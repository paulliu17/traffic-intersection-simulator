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3" r:id="rId7"/>
    <p:sldId id="264" r:id="rId8"/>
    <p:sldId id="261" r:id="rId9"/>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3" d="100"/>
          <a:sy n="73" d="100"/>
        </p:scale>
        <p:origin x="1070" y="17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3T11:22:03.092"/>
    </inkml:context>
    <inkml:brush xml:id="br0">
      <inkml:brushProperty name="width" value="0.035" units="cm"/>
      <inkml:brushProperty name="height" value="0.035" units="cm"/>
    </inkml:brush>
  </inkml:definitions>
  <inkml:trace contextRef="#ctx0" brushRef="#br0">1 4104 24575,'0'0'0,"17"-3"0,22-8 0,0-3 0,-2-1 0,1-1 0,43-28 0,-19 6 0,87-72 0,307-332 0,-262 240 0,481-401 0,-85 109 0,-21-25 0,-178 173 0,121-115 0,-199 148 0,109-106 0,-389 389-1365,-6 6-5461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3T11:22:04.395"/>
    </inkml:context>
    <inkml:brush xml:id="br0">
      <inkml:brushProperty name="width" value="0.035" units="cm"/>
      <inkml:brushProperty name="height" value="0.035" units="cm"/>
    </inkml:brush>
  </inkml:definitions>
  <inkml:trace contextRef="#ctx0" brushRef="#br0">0 5170 24575,'19'0'0,"0"-2"0,-1 0 0,0-2 0,0 0 0,27-9 0,84-41 0,-114 47 0,106-53 0,-3-5 0,120-88 0,207-181 0,-444 333 0,823-703 6,-37-47-78,-96 90-464,-672 643 536,922-873 0,109-149 4,-688 679 92,-335 334-1059,-9 9-5763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3T11:23:55.637"/>
    </inkml:context>
    <inkml:brush xml:id="br0">
      <inkml:brushProperty name="width" value="0.035" units="cm"/>
      <inkml:brushProperty name="height" value="0.035" units="cm"/>
    </inkml:brush>
  </inkml:definitions>
  <inkml:trace contextRef="#ctx0" brushRef="#br0">4988 3455 24575,'-18'-17'0,"8"5"0,-6 0 0,0 1 0,-1 0 0,0 1 0,-1 1 0,-22-8 0,-100-30 0,30 12 0,83 25 0,-448-174 0,321 117 0,-149-91 0,185 86 0,3-6 0,3-4 0,-134-130 0,-113-102 0,-1 0 0,-210-189 0,-119 18 0,451 326 0,-252-222 0,471 365-83,-267-207-1199,262 208-5544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3T11:23:57.598"/>
    </inkml:context>
    <inkml:brush xml:id="br0">
      <inkml:brushProperty name="width" value="0.035" units="cm"/>
      <inkml:brushProperty name="height" value="0.035" units="cm"/>
    </inkml:brush>
  </inkml:definitions>
  <inkml:trace contextRef="#ctx0" brushRef="#br0">5906 4598 24575,'-3'1'0,"0"-1"0,0 1 0,0-1 0,0 0 0,0 0 0,0 0 0,0 0 0,-4-1 0,-2 0 0,-29-1 0,0-1 0,0-1 0,1-3 0,-1-1 0,1-1 0,1-2 0,0-2 0,-63-32 0,-96-60 0,4-9 0,-306-242 0,-291-355 0,324 233 0,-83-80 0,-771-611 0,234 391 0,1006 729-99,-208-118-1167,265 156-5560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3T11:23:58.837"/>
    </inkml:context>
    <inkml:brush xml:id="br0">
      <inkml:brushProperty name="width" value="0.035" units="cm"/>
      <inkml:brushProperty name="height" value="0.035" units="cm"/>
    </inkml:brush>
  </inkml:definitions>
  <inkml:trace contextRef="#ctx0" brushRef="#br0">7147 1 24575,'-9'0'0,"0"1"0,-1 1 0,1-1 0,0 2 0,0-1 0,1 1 0,-1 0 0,-11 7 0,-67 42 0,61-35 0,-346 234 0,103-68 0,-1508 1023-927,-361 284 712,605-337 172,871-564 1228,614-537-1867,-72 98-1,98-118-6143</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3T11:24:00.010"/>
    </inkml:context>
    <inkml:brush xml:id="br0">
      <inkml:brushProperty name="width" value="0.035" units="cm"/>
      <inkml:brushProperty name="height" value="0.035" units="cm"/>
    </inkml:brush>
  </inkml:definitions>
  <inkml:trace contextRef="#ctx0" brushRef="#br0">6492 0 24575,'0'0'0,"-17"3"0,-33 16 0,1 3 0,-65 38 0,-87 68 0,139-87 0,-400 269 35,-72 48-1010,-1172 804 787,-669 624-20,1925-1415 128,314-248 770,-138 161 0,238-240-2019,10-11-5497</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3T11:24:01.095"/>
    </inkml:context>
    <inkml:brush xml:id="br0">
      <inkml:brushProperty name="width" value="0.035" units="cm"/>
      <inkml:brushProperty name="height" value="0.035" units="cm"/>
    </inkml:brush>
  </inkml:definitions>
  <inkml:trace contextRef="#ctx0" brushRef="#br0">0 4 24575,'0'0'0,"25"-2"0,-20 2 0,1-1 0,-1 1 0,0 0 0,0 0 0,1 0 0,5 2 0,17 5 0,-1 1 0,0 1 0,0 1 0,-1 2 0,35 20 0,115 87 0,-54-22 0,-4 5 0,113 127 0,191 255 0,630 688 0,4-16 0,-176-89 0,-751-878 91,29 38-1547,-132-195-5370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3T11:24:02.451"/>
    </inkml:context>
    <inkml:brush xml:id="br0">
      <inkml:brushProperty name="width" value="0.035" units="cm"/>
      <inkml:brushProperty name="height" value="0.035" units="cm"/>
    </inkml:brush>
  </inkml:definitions>
  <inkml:trace contextRef="#ctx0" brushRef="#br0">0 101 24575,'4'-1'0,"0"0"0,0 0 0,0-1 0,0 1 0,0-1 0,0 0 0,0 0 0,4-4 0,9-4 0,7-2 0,0 1 0,1 1 0,0 1 0,1 2 0,0 0 0,0 1 0,1 2 0,40-2 0,-38 8 0,1 0 0,-1 3 0,1 0 0,-1 2 0,-1 1 0,1 1 0,-1 1 0,31 18 0,17 12 0,111 79 0,185 167 0,-14 23 0,-352-304 0,1397 1282 0,355 483 0,-830-824 0,-223-303 0,69 36 0,-659-564 0,-4 6 0,-6 4 0,96 150 0,-123-157-1365,-49-77-5461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87741-7DA2-8C72-2F09-67EFFACA48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C19D70-D8EC-8931-7C9C-2BF7C92450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E3C4F5-13DA-1F32-B454-F738E3F29341}"/>
              </a:ext>
            </a:extLst>
          </p:cNvPr>
          <p:cNvSpPr>
            <a:spLocks noGrp="1"/>
          </p:cNvSpPr>
          <p:nvPr>
            <p:ph type="dt" sz="half" idx="10"/>
          </p:nvPr>
        </p:nvSpPr>
        <p:spPr/>
        <p:txBody>
          <a:bodyPr/>
          <a:lstStyle/>
          <a:p>
            <a:fld id="{49E2C33B-A356-42D8-B43F-AF6E14354943}" type="datetimeFigureOut">
              <a:rPr lang="en-US" smtClean="0"/>
              <a:t>9/13/2026</a:t>
            </a:fld>
            <a:endParaRPr lang="en-US"/>
          </a:p>
        </p:txBody>
      </p:sp>
      <p:sp>
        <p:nvSpPr>
          <p:cNvPr id="5" name="Footer Placeholder 4">
            <a:extLst>
              <a:ext uri="{FF2B5EF4-FFF2-40B4-BE49-F238E27FC236}">
                <a16:creationId xmlns:a16="http://schemas.microsoft.com/office/drawing/2014/main" id="{0A8D7C2E-CEAE-3D19-BD84-E0DE2A6973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5A18CA-98E0-071D-0203-05DDF2B60BBE}"/>
              </a:ext>
            </a:extLst>
          </p:cNvPr>
          <p:cNvSpPr>
            <a:spLocks noGrp="1"/>
          </p:cNvSpPr>
          <p:nvPr>
            <p:ph type="sldNum" sz="quarter" idx="12"/>
          </p:nvPr>
        </p:nvSpPr>
        <p:spPr/>
        <p:txBody>
          <a:bodyPr/>
          <a:lstStyle/>
          <a:p>
            <a:fld id="{D85C3182-38A5-4455-BB09-9EA60967C77E}" type="slidenum">
              <a:rPr lang="en-US" smtClean="0"/>
              <a:t>‹#›</a:t>
            </a:fld>
            <a:endParaRPr lang="en-US"/>
          </a:p>
        </p:txBody>
      </p:sp>
    </p:spTree>
    <p:extLst>
      <p:ext uri="{BB962C8B-B14F-4D97-AF65-F5344CB8AC3E}">
        <p14:creationId xmlns:p14="http://schemas.microsoft.com/office/powerpoint/2010/main" val="2888809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D426F-3DCE-55B6-AEF5-4EC32A4039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1902AE-176A-958D-2EDD-62AC146C5B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92BEF9-ACF2-C55F-72E6-6BF1AED62A23}"/>
              </a:ext>
            </a:extLst>
          </p:cNvPr>
          <p:cNvSpPr>
            <a:spLocks noGrp="1"/>
          </p:cNvSpPr>
          <p:nvPr>
            <p:ph type="dt" sz="half" idx="10"/>
          </p:nvPr>
        </p:nvSpPr>
        <p:spPr/>
        <p:txBody>
          <a:bodyPr/>
          <a:lstStyle/>
          <a:p>
            <a:fld id="{49E2C33B-A356-42D8-B43F-AF6E14354943}" type="datetimeFigureOut">
              <a:rPr lang="en-US" smtClean="0"/>
              <a:t>9/13/2026</a:t>
            </a:fld>
            <a:endParaRPr lang="en-US"/>
          </a:p>
        </p:txBody>
      </p:sp>
      <p:sp>
        <p:nvSpPr>
          <p:cNvPr id="5" name="Footer Placeholder 4">
            <a:extLst>
              <a:ext uri="{FF2B5EF4-FFF2-40B4-BE49-F238E27FC236}">
                <a16:creationId xmlns:a16="http://schemas.microsoft.com/office/drawing/2014/main" id="{D99C2C4E-7EAB-88E7-C475-E13D02C186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EB62F8-0C7C-B25F-92B7-F3038EBD97D3}"/>
              </a:ext>
            </a:extLst>
          </p:cNvPr>
          <p:cNvSpPr>
            <a:spLocks noGrp="1"/>
          </p:cNvSpPr>
          <p:nvPr>
            <p:ph type="sldNum" sz="quarter" idx="12"/>
          </p:nvPr>
        </p:nvSpPr>
        <p:spPr/>
        <p:txBody>
          <a:bodyPr/>
          <a:lstStyle/>
          <a:p>
            <a:fld id="{D85C3182-38A5-4455-BB09-9EA60967C77E}" type="slidenum">
              <a:rPr lang="en-US" smtClean="0"/>
              <a:t>‹#›</a:t>
            </a:fld>
            <a:endParaRPr lang="en-US"/>
          </a:p>
        </p:txBody>
      </p:sp>
    </p:spTree>
    <p:extLst>
      <p:ext uri="{BB962C8B-B14F-4D97-AF65-F5344CB8AC3E}">
        <p14:creationId xmlns:p14="http://schemas.microsoft.com/office/powerpoint/2010/main" val="3543299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218C7-56ED-D6C3-9718-571C5610C9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6E29CE7-3A3C-90BB-7C11-68E04CCB15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3A3A9F-EE30-D3BD-31CC-09FE26019061}"/>
              </a:ext>
            </a:extLst>
          </p:cNvPr>
          <p:cNvSpPr>
            <a:spLocks noGrp="1"/>
          </p:cNvSpPr>
          <p:nvPr>
            <p:ph type="dt" sz="half" idx="10"/>
          </p:nvPr>
        </p:nvSpPr>
        <p:spPr/>
        <p:txBody>
          <a:bodyPr/>
          <a:lstStyle/>
          <a:p>
            <a:fld id="{49E2C33B-A356-42D8-B43F-AF6E14354943}" type="datetimeFigureOut">
              <a:rPr lang="en-US" smtClean="0"/>
              <a:t>9/13/2026</a:t>
            </a:fld>
            <a:endParaRPr lang="en-US"/>
          </a:p>
        </p:txBody>
      </p:sp>
      <p:sp>
        <p:nvSpPr>
          <p:cNvPr id="5" name="Footer Placeholder 4">
            <a:extLst>
              <a:ext uri="{FF2B5EF4-FFF2-40B4-BE49-F238E27FC236}">
                <a16:creationId xmlns:a16="http://schemas.microsoft.com/office/drawing/2014/main" id="{4DEA0B64-4D95-A347-ABB8-CC689881C8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412144-D8F5-B0F9-4FBA-7F652B246C04}"/>
              </a:ext>
            </a:extLst>
          </p:cNvPr>
          <p:cNvSpPr>
            <a:spLocks noGrp="1"/>
          </p:cNvSpPr>
          <p:nvPr>
            <p:ph type="sldNum" sz="quarter" idx="12"/>
          </p:nvPr>
        </p:nvSpPr>
        <p:spPr/>
        <p:txBody>
          <a:bodyPr/>
          <a:lstStyle/>
          <a:p>
            <a:fld id="{D85C3182-38A5-4455-BB09-9EA60967C77E}" type="slidenum">
              <a:rPr lang="en-US" smtClean="0"/>
              <a:t>‹#›</a:t>
            </a:fld>
            <a:endParaRPr lang="en-US"/>
          </a:p>
        </p:txBody>
      </p:sp>
    </p:spTree>
    <p:extLst>
      <p:ext uri="{BB962C8B-B14F-4D97-AF65-F5344CB8AC3E}">
        <p14:creationId xmlns:p14="http://schemas.microsoft.com/office/powerpoint/2010/main" val="2090240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CA98C-1F89-2BE7-5A5B-7D29E58BFE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B1DC69-39D4-4966-E33A-F0BA31FF0A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9130B7-EA6E-3AD1-DF7A-C63EE233EB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50C3A86-8D62-A141-CE1D-F1E3301600E7}"/>
              </a:ext>
            </a:extLst>
          </p:cNvPr>
          <p:cNvSpPr>
            <a:spLocks noGrp="1"/>
          </p:cNvSpPr>
          <p:nvPr>
            <p:ph type="dt" sz="half" idx="10"/>
          </p:nvPr>
        </p:nvSpPr>
        <p:spPr/>
        <p:txBody>
          <a:bodyPr/>
          <a:lstStyle/>
          <a:p>
            <a:fld id="{49E2C33B-A356-42D8-B43F-AF6E14354943}" type="datetimeFigureOut">
              <a:rPr lang="en-US" smtClean="0"/>
              <a:t>9/13/2026</a:t>
            </a:fld>
            <a:endParaRPr lang="en-US"/>
          </a:p>
        </p:txBody>
      </p:sp>
      <p:sp>
        <p:nvSpPr>
          <p:cNvPr id="6" name="Footer Placeholder 5">
            <a:extLst>
              <a:ext uri="{FF2B5EF4-FFF2-40B4-BE49-F238E27FC236}">
                <a16:creationId xmlns:a16="http://schemas.microsoft.com/office/drawing/2014/main" id="{AB5428D0-0B34-00FA-B3A5-E36A0FB13E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0577AA-A5F5-EDB6-4886-AA8960627D8E}"/>
              </a:ext>
            </a:extLst>
          </p:cNvPr>
          <p:cNvSpPr>
            <a:spLocks noGrp="1"/>
          </p:cNvSpPr>
          <p:nvPr>
            <p:ph type="sldNum" sz="quarter" idx="12"/>
          </p:nvPr>
        </p:nvSpPr>
        <p:spPr/>
        <p:txBody>
          <a:bodyPr/>
          <a:lstStyle/>
          <a:p>
            <a:fld id="{D85C3182-38A5-4455-BB09-9EA60967C77E}" type="slidenum">
              <a:rPr lang="en-US" smtClean="0"/>
              <a:t>‹#›</a:t>
            </a:fld>
            <a:endParaRPr lang="en-US"/>
          </a:p>
        </p:txBody>
      </p:sp>
    </p:spTree>
    <p:extLst>
      <p:ext uri="{BB962C8B-B14F-4D97-AF65-F5344CB8AC3E}">
        <p14:creationId xmlns:p14="http://schemas.microsoft.com/office/powerpoint/2010/main" val="465679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696DB-FB83-D2D1-BF1B-F4241855690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777678-9D0C-816F-F775-2074CBFDEC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5FCBAE-D94A-0B4F-2C4E-D19133CF30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57D7A5-EFD9-DF60-C76D-327D76A81A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C1929BC-3E14-34CF-83F2-A8FA5267BD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DAB4A6D-A23B-3626-F679-255DA52C2366}"/>
              </a:ext>
            </a:extLst>
          </p:cNvPr>
          <p:cNvSpPr>
            <a:spLocks noGrp="1"/>
          </p:cNvSpPr>
          <p:nvPr>
            <p:ph type="dt" sz="half" idx="10"/>
          </p:nvPr>
        </p:nvSpPr>
        <p:spPr/>
        <p:txBody>
          <a:bodyPr/>
          <a:lstStyle/>
          <a:p>
            <a:fld id="{49E2C33B-A356-42D8-B43F-AF6E14354943}" type="datetimeFigureOut">
              <a:rPr lang="en-US" smtClean="0"/>
              <a:t>9/13/2026</a:t>
            </a:fld>
            <a:endParaRPr lang="en-US"/>
          </a:p>
        </p:txBody>
      </p:sp>
      <p:sp>
        <p:nvSpPr>
          <p:cNvPr id="8" name="Footer Placeholder 7">
            <a:extLst>
              <a:ext uri="{FF2B5EF4-FFF2-40B4-BE49-F238E27FC236}">
                <a16:creationId xmlns:a16="http://schemas.microsoft.com/office/drawing/2014/main" id="{46D21648-39B7-467F-A7E7-8EDB507154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8CCBE4-3FC0-3484-05F1-1076252E01AF}"/>
              </a:ext>
            </a:extLst>
          </p:cNvPr>
          <p:cNvSpPr>
            <a:spLocks noGrp="1"/>
          </p:cNvSpPr>
          <p:nvPr>
            <p:ph type="sldNum" sz="quarter" idx="12"/>
          </p:nvPr>
        </p:nvSpPr>
        <p:spPr/>
        <p:txBody>
          <a:bodyPr/>
          <a:lstStyle/>
          <a:p>
            <a:fld id="{D85C3182-38A5-4455-BB09-9EA60967C77E}" type="slidenum">
              <a:rPr lang="en-US" smtClean="0"/>
              <a:t>‹#›</a:t>
            </a:fld>
            <a:endParaRPr lang="en-US"/>
          </a:p>
        </p:txBody>
      </p:sp>
    </p:spTree>
    <p:extLst>
      <p:ext uri="{BB962C8B-B14F-4D97-AF65-F5344CB8AC3E}">
        <p14:creationId xmlns:p14="http://schemas.microsoft.com/office/powerpoint/2010/main" val="13195159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1170B-C0C5-D1AD-3E6B-0DB6EA4461D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B294F2-0D21-14D5-CE24-B99D32BC9FA9}"/>
              </a:ext>
            </a:extLst>
          </p:cNvPr>
          <p:cNvSpPr>
            <a:spLocks noGrp="1"/>
          </p:cNvSpPr>
          <p:nvPr>
            <p:ph type="dt" sz="half" idx="10"/>
          </p:nvPr>
        </p:nvSpPr>
        <p:spPr/>
        <p:txBody>
          <a:bodyPr/>
          <a:lstStyle/>
          <a:p>
            <a:fld id="{49E2C33B-A356-42D8-B43F-AF6E14354943}" type="datetimeFigureOut">
              <a:rPr lang="en-US" smtClean="0"/>
              <a:t>9/13/2026</a:t>
            </a:fld>
            <a:endParaRPr lang="en-US"/>
          </a:p>
        </p:txBody>
      </p:sp>
      <p:sp>
        <p:nvSpPr>
          <p:cNvPr id="4" name="Footer Placeholder 3">
            <a:extLst>
              <a:ext uri="{FF2B5EF4-FFF2-40B4-BE49-F238E27FC236}">
                <a16:creationId xmlns:a16="http://schemas.microsoft.com/office/drawing/2014/main" id="{CE99747D-3657-34FF-2804-5EFEE31C1A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0558DAA-2602-0790-7159-694B57E9473A}"/>
              </a:ext>
            </a:extLst>
          </p:cNvPr>
          <p:cNvSpPr>
            <a:spLocks noGrp="1"/>
          </p:cNvSpPr>
          <p:nvPr>
            <p:ph type="sldNum" sz="quarter" idx="12"/>
          </p:nvPr>
        </p:nvSpPr>
        <p:spPr/>
        <p:txBody>
          <a:bodyPr/>
          <a:lstStyle/>
          <a:p>
            <a:fld id="{D85C3182-38A5-4455-BB09-9EA60967C77E}" type="slidenum">
              <a:rPr lang="en-US" smtClean="0"/>
              <a:t>‹#›</a:t>
            </a:fld>
            <a:endParaRPr lang="en-US"/>
          </a:p>
        </p:txBody>
      </p:sp>
    </p:spTree>
    <p:extLst>
      <p:ext uri="{BB962C8B-B14F-4D97-AF65-F5344CB8AC3E}">
        <p14:creationId xmlns:p14="http://schemas.microsoft.com/office/powerpoint/2010/main" val="3117619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B6FD15-6680-7363-C349-4DF92EB89929}"/>
              </a:ext>
            </a:extLst>
          </p:cNvPr>
          <p:cNvSpPr>
            <a:spLocks noGrp="1"/>
          </p:cNvSpPr>
          <p:nvPr>
            <p:ph type="dt" sz="half" idx="10"/>
          </p:nvPr>
        </p:nvSpPr>
        <p:spPr/>
        <p:txBody>
          <a:bodyPr/>
          <a:lstStyle/>
          <a:p>
            <a:fld id="{49E2C33B-A356-42D8-B43F-AF6E14354943}" type="datetimeFigureOut">
              <a:rPr lang="en-US" smtClean="0"/>
              <a:t>9/13/2026</a:t>
            </a:fld>
            <a:endParaRPr lang="en-US"/>
          </a:p>
        </p:txBody>
      </p:sp>
      <p:sp>
        <p:nvSpPr>
          <p:cNvPr id="3" name="Footer Placeholder 2">
            <a:extLst>
              <a:ext uri="{FF2B5EF4-FFF2-40B4-BE49-F238E27FC236}">
                <a16:creationId xmlns:a16="http://schemas.microsoft.com/office/drawing/2014/main" id="{B54CFE63-1FFC-630B-A3A9-6D89787916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5A9A9C-02B0-692E-8D51-F92392F7384B}"/>
              </a:ext>
            </a:extLst>
          </p:cNvPr>
          <p:cNvSpPr>
            <a:spLocks noGrp="1"/>
          </p:cNvSpPr>
          <p:nvPr>
            <p:ph type="sldNum" sz="quarter" idx="12"/>
          </p:nvPr>
        </p:nvSpPr>
        <p:spPr/>
        <p:txBody>
          <a:bodyPr/>
          <a:lstStyle/>
          <a:p>
            <a:fld id="{D85C3182-38A5-4455-BB09-9EA60967C77E}" type="slidenum">
              <a:rPr lang="en-US" smtClean="0"/>
              <a:t>‹#›</a:t>
            </a:fld>
            <a:endParaRPr lang="en-US"/>
          </a:p>
        </p:txBody>
      </p:sp>
    </p:spTree>
    <p:extLst>
      <p:ext uri="{BB962C8B-B14F-4D97-AF65-F5344CB8AC3E}">
        <p14:creationId xmlns:p14="http://schemas.microsoft.com/office/powerpoint/2010/main" val="311397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585B6-7D4B-D38E-9D26-9F63A20ABF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6C14A8-65D0-9E5F-70AE-0B6B688263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E2CE10-4025-E966-D921-7ED745B024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DBEBDD-B2AD-DA95-B3BB-7BA615660A9D}"/>
              </a:ext>
            </a:extLst>
          </p:cNvPr>
          <p:cNvSpPr>
            <a:spLocks noGrp="1"/>
          </p:cNvSpPr>
          <p:nvPr>
            <p:ph type="dt" sz="half" idx="10"/>
          </p:nvPr>
        </p:nvSpPr>
        <p:spPr/>
        <p:txBody>
          <a:bodyPr/>
          <a:lstStyle/>
          <a:p>
            <a:fld id="{49E2C33B-A356-42D8-B43F-AF6E14354943}" type="datetimeFigureOut">
              <a:rPr lang="en-US" smtClean="0"/>
              <a:t>9/13/2026</a:t>
            </a:fld>
            <a:endParaRPr lang="en-US"/>
          </a:p>
        </p:txBody>
      </p:sp>
      <p:sp>
        <p:nvSpPr>
          <p:cNvPr id="6" name="Footer Placeholder 5">
            <a:extLst>
              <a:ext uri="{FF2B5EF4-FFF2-40B4-BE49-F238E27FC236}">
                <a16:creationId xmlns:a16="http://schemas.microsoft.com/office/drawing/2014/main" id="{3A8D16C5-1FC8-4D55-2EE8-C8889DF774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EEB84D-BD14-06FC-CE62-0A6D92671DD5}"/>
              </a:ext>
            </a:extLst>
          </p:cNvPr>
          <p:cNvSpPr>
            <a:spLocks noGrp="1"/>
          </p:cNvSpPr>
          <p:nvPr>
            <p:ph type="sldNum" sz="quarter" idx="12"/>
          </p:nvPr>
        </p:nvSpPr>
        <p:spPr/>
        <p:txBody>
          <a:bodyPr/>
          <a:lstStyle/>
          <a:p>
            <a:fld id="{D85C3182-38A5-4455-BB09-9EA60967C77E}" type="slidenum">
              <a:rPr lang="en-US" smtClean="0"/>
              <a:t>‹#›</a:t>
            </a:fld>
            <a:endParaRPr lang="en-US"/>
          </a:p>
        </p:txBody>
      </p:sp>
    </p:spTree>
    <p:extLst>
      <p:ext uri="{BB962C8B-B14F-4D97-AF65-F5344CB8AC3E}">
        <p14:creationId xmlns:p14="http://schemas.microsoft.com/office/powerpoint/2010/main" val="2073974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BC135-AA95-B067-3678-A12FDCC870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C461453-67A3-7A6A-D51D-3341B881AB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18AC87-ADAC-8B61-E12B-C8D01D55A7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5E5429-B8E5-30C7-DF16-B01B8B8613BC}"/>
              </a:ext>
            </a:extLst>
          </p:cNvPr>
          <p:cNvSpPr>
            <a:spLocks noGrp="1"/>
          </p:cNvSpPr>
          <p:nvPr>
            <p:ph type="dt" sz="half" idx="10"/>
          </p:nvPr>
        </p:nvSpPr>
        <p:spPr/>
        <p:txBody>
          <a:bodyPr/>
          <a:lstStyle/>
          <a:p>
            <a:fld id="{49E2C33B-A356-42D8-B43F-AF6E14354943}" type="datetimeFigureOut">
              <a:rPr lang="en-US" smtClean="0"/>
              <a:t>9/13/2026</a:t>
            </a:fld>
            <a:endParaRPr lang="en-US"/>
          </a:p>
        </p:txBody>
      </p:sp>
      <p:sp>
        <p:nvSpPr>
          <p:cNvPr id="6" name="Footer Placeholder 5">
            <a:extLst>
              <a:ext uri="{FF2B5EF4-FFF2-40B4-BE49-F238E27FC236}">
                <a16:creationId xmlns:a16="http://schemas.microsoft.com/office/drawing/2014/main" id="{1AFEEA4B-33E7-57C9-DE40-D023B5A961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855929-53D5-2077-98DF-071B5E833E15}"/>
              </a:ext>
            </a:extLst>
          </p:cNvPr>
          <p:cNvSpPr>
            <a:spLocks noGrp="1"/>
          </p:cNvSpPr>
          <p:nvPr>
            <p:ph type="sldNum" sz="quarter" idx="12"/>
          </p:nvPr>
        </p:nvSpPr>
        <p:spPr/>
        <p:txBody>
          <a:bodyPr/>
          <a:lstStyle/>
          <a:p>
            <a:fld id="{D85C3182-38A5-4455-BB09-9EA60967C77E}" type="slidenum">
              <a:rPr lang="en-US" smtClean="0"/>
              <a:t>‹#›</a:t>
            </a:fld>
            <a:endParaRPr lang="en-US"/>
          </a:p>
        </p:txBody>
      </p:sp>
    </p:spTree>
    <p:extLst>
      <p:ext uri="{BB962C8B-B14F-4D97-AF65-F5344CB8AC3E}">
        <p14:creationId xmlns:p14="http://schemas.microsoft.com/office/powerpoint/2010/main" val="34466280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B7EC1-42E0-8449-945B-B3B26A520A8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03CE77-728A-6C38-0557-8CCCE81826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D28DA7-C17E-C0B1-3D81-8DDB4163AC51}"/>
              </a:ext>
            </a:extLst>
          </p:cNvPr>
          <p:cNvSpPr>
            <a:spLocks noGrp="1"/>
          </p:cNvSpPr>
          <p:nvPr>
            <p:ph type="dt" sz="half" idx="10"/>
          </p:nvPr>
        </p:nvSpPr>
        <p:spPr/>
        <p:txBody>
          <a:bodyPr/>
          <a:lstStyle/>
          <a:p>
            <a:fld id="{49E2C33B-A356-42D8-B43F-AF6E14354943}" type="datetimeFigureOut">
              <a:rPr lang="en-US" smtClean="0"/>
              <a:t>9/13/2026</a:t>
            </a:fld>
            <a:endParaRPr lang="en-US"/>
          </a:p>
        </p:txBody>
      </p:sp>
      <p:sp>
        <p:nvSpPr>
          <p:cNvPr id="5" name="Footer Placeholder 4">
            <a:extLst>
              <a:ext uri="{FF2B5EF4-FFF2-40B4-BE49-F238E27FC236}">
                <a16:creationId xmlns:a16="http://schemas.microsoft.com/office/drawing/2014/main" id="{3C268AAC-22B7-46FA-BA68-066A6E56C1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7DDEA0-4004-4008-282D-C0A2A3C788B6}"/>
              </a:ext>
            </a:extLst>
          </p:cNvPr>
          <p:cNvSpPr>
            <a:spLocks noGrp="1"/>
          </p:cNvSpPr>
          <p:nvPr>
            <p:ph type="sldNum" sz="quarter" idx="12"/>
          </p:nvPr>
        </p:nvSpPr>
        <p:spPr/>
        <p:txBody>
          <a:bodyPr/>
          <a:lstStyle/>
          <a:p>
            <a:fld id="{D85C3182-38A5-4455-BB09-9EA60967C77E}" type="slidenum">
              <a:rPr lang="en-US" smtClean="0"/>
              <a:t>‹#›</a:t>
            </a:fld>
            <a:endParaRPr lang="en-US"/>
          </a:p>
        </p:txBody>
      </p:sp>
    </p:spTree>
    <p:extLst>
      <p:ext uri="{BB962C8B-B14F-4D97-AF65-F5344CB8AC3E}">
        <p14:creationId xmlns:p14="http://schemas.microsoft.com/office/powerpoint/2010/main" val="2456253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23502A-156C-9D2D-CAAB-18417AC4C2F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E426DBC-6F99-4F5A-4F1A-BACD2BF0E7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FA05F4-C4C5-4D70-24F8-9214DEA59B2F}"/>
              </a:ext>
            </a:extLst>
          </p:cNvPr>
          <p:cNvSpPr>
            <a:spLocks noGrp="1"/>
          </p:cNvSpPr>
          <p:nvPr>
            <p:ph type="dt" sz="half" idx="10"/>
          </p:nvPr>
        </p:nvSpPr>
        <p:spPr/>
        <p:txBody>
          <a:bodyPr/>
          <a:lstStyle/>
          <a:p>
            <a:fld id="{49E2C33B-A356-42D8-B43F-AF6E14354943}" type="datetimeFigureOut">
              <a:rPr lang="en-US" smtClean="0"/>
              <a:t>9/13/2026</a:t>
            </a:fld>
            <a:endParaRPr lang="en-US"/>
          </a:p>
        </p:txBody>
      </p:sp>
      <p:sp>
        <p:nvSpPr>
          <p:cNvPr id="5" name="Footer Placeholder 4">
            <a:extLst>
              <a:ext uri="{FF2B5EF4-FFF2-40B4-BE49-F238E27FC236}">
                <a16:creationId xmlns:a16="http://schemas.microsoft.com/office/drawing/2014/main" id="{F78A22E1-C60C-BE80-85C2-72D4BBBFCD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84CD65-566F-EACA-2116-08AC71AA8855}"/>
              </a:ext>
            </a:extLst>
          </p:cNvPr>
          <p:cNvSpPr>
            <a:spLocks noGrp="1"/>
          </p:cNvSpPr>
          <p:nvPr>
            <p:ph type="sldNum" sz="quarter" idx="12"/>
          </p:nvPr>
        </p:nvSpPr>
        <p:spPr/>
        <p:txBody>
          <a:bodyPr/>
          <a:lstStyle/>
          <a:p>
            <a:fld id="{D85C3182-38A5-4455-BB09-9EA60967C77E}" type="slidenum">
              <a:rPr lang="en-US" smtClean="0"/>
              <a:t>‹#›</a:t>
            </a:fld>
            <a:endParaRPr lang="en-US"/>
          </a:p>
        </p:txBody>
      </p:sp>
    </p:spTree>
    <p:extLst>
      <p:ext uri="{BB962C8B-B14F-4D97-AF65-F5344CB8AC3E}">
        <p14:creationId xmlns:p14="http://schemas.microsoft.com/office/powerpoint/2010/main" val="3893103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3375BA-C6D1-6105-95F1-FAD8BFAD32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A92D5F9-D58A-4B5C-3110-2CB51D3B96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D27439-2AAA-12A1-2039-F860D11891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9E2C33B-A356-42D8-B43F-AF6E14354943}" type="datetimeFigureOut">
              <a:rPr lang="en-US" smtClean="0"/>
              <a:t>9/13/2026</a:t>
            </a:fld>
            <a:endParaRPr lang="en-US"/>
          </a:p>
        </p:txBody>
      </p:sp>
      <p:sp>
        <p:nvSpPr>
          <p:cNvPr id="5" name="Footer Placeholder 4">
            <a:extLst>
              <a:ext uri="{FF2B5EF4-FFF2-40B4-BE49-F238E27FC236}">
                <a16:creationId xmlns:a16="http://schemas.microsoft.com/office/drawing/2014/main" id="{18007091-BA94-26F1-133E-EB12670D87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A285043-0651-FB5E-DC66-D024E9B0CD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85C3182-38A5-4455-BB09-9EA60967C77E}" type="slidenum">
              <a:rPr lang="en-US" smtClean="0"/>
              <a:t>‹#›</a:t>
            </a:fld>
            <a:endParaRPr lang="en-US"/>
          </a:p>
        </p:txBody>
      </p:sp>
    </p:spTree>
    <p:extLst>
      <p:ext uri="{BB962C8B-B14F-4D97-AF65-F5344CB8AC3E}">
        <p14:creationId xmlns:p14="http://schemas.microsoft.com/office/powerpoint/2010/main" val="27271238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Paul.Liu@cuny.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PAULLIU17/Traffic-Intersection-Simulator" TargetMode="External"/><Relationship Id="rId2" Type="http://schemas.openxmlformats.org/officeDocument/2006/relationships/hyperlink" Target="https://unity.com/" TargetMode="External"/><Relationship Id="rId1" Type="http://schemas.openxmlformats.org/officeDocument/2006/relationships/slideLayout" Target="../slideLayouts/slideLayout2.xml"/><Relationship Id="rId4" Type="http://schemas.openxmlformats.org/officeDocument/2006/relationships/hyperlink" Target="https://dmv.ny.gov/new-york-state-drivers-manual-practice-test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3.png"/><Relationship Id="rId12" Type="http://schemas.openxmlformats.org/officeDocument/2006/relationships/customXml" Target="../ink/ink6.xml"/><Relationship Id="rId17" Type="http://schemas.openxmlformats.org/officeDocument/2006/relationships/image" Target="../media/image8.png"/><Relationship Id="rId2" Type="http://schemas.openxmlformats.org/officeDocument/2006/relationships/customXml" Target="../ink/ink1.xml"/><Relationship Id="rId16" Type="http://schemas.openxmlformats.org/officeDocument/2006/relationships/customXml" Target="../ink/ink8.xml"/><Relationship Id="rId1" Type="http://schemas.openxmlformats.org/officeDocument/2006/relationships/slideLayout" Target="../slideLayouts/slideLayout6.xml"/><Relationship Id="rId6" Type="http://schemas.openxmlformats.org/officeDocument/2006/relationships/customXml" Target="../ink/ink3.xml"/><Relationship Id="rId11" Type="http://schemas.openxmlformats.org/officeDocument/2006/relationships/image" Target="../media/image5.png"/><Relationship Id="rId5" Type="http://schemas.openxmlformats.org/officeDocument/2006/relationships/image" Target="../media/image2.png"/><Relationship Id="rId15" Type="http://schemas.openxmlformats.org/officeDocument/2006/relationships/image" Target="../media/image7.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4.png"/><Relationship Id="rId14" Type="http://schemas.openxmlformats.org/officeDocument/2006/relationships/customXml" Target="../ink/ink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F780C-1E20-F5BB-29B8-EAD80CDF4AAB}"/>
              </a:ext>
            </a:extLst>
          </p:cNvPr>
          <p:cNvSpPr>
            <a:spLocks noGrp="1"/>
          </p:cNvSpPr>
          <p:nvPr>
            <p:ph type="ctrTitle"/>
          </p:nvPr>
        </p:nvSpPr>
        <p:spPr/>
        <p:txBody>
          <a:bodyPr/>
          <a:lstStyle/>
          <a:p>
            <a:r>
              <a:rPr lang="en-US" dirty="0">
                <a:effectLst/>
              </a:rPr>
              <a:t>Traffic Intersection Simulation/Simulator (TIS)</a:t>
            </a:r>
            <a:endParaRPr lang="en-US" dirty="0"/>
          </a:p>
        </p:txBody>
      </p:sp>
      <p:sp>
        <p:nvSpPr>
          <p:cNvPr id="3" name="Subtitle 2">
            <a:extLst>
              <a:ext uri="{FF2B5EF4-FFF2-40B4-BE49-F238E27FC236}">
                <a16:creationId xmlns:a16="http://schemas.microsoft.com/office/drawing/2014/main" id="{7730B7ED-24AA-043D-39CF-CA7C8F352A9A}"/>
              </a:ext>
            </a:extLst>
          </p:cNvPr>
          <p:cNvSpPr>
            <a:spLocks noGrp="1"/>
          </p:cNvSpPr>
          <p:nvPr>
            <p:ph type="subTitle" idx="1"/>
          </p:nvPr>
        </p:nvSpPr>
        <p:spPr/>
        <p:txBody>
          <a:bodyPr>
            <a:normAutofit fontScale="77500" lnSpcReduction="20000"/>
          </a:bodyPr>
          <a:lstStyle/>
          <a:p>
            <a:r>
              <a:rPr lang="en-US" dirty="0"/>
              <a:t>By Paul Liu</a:t>
            </a:r>
          </a:p>
          <a:p>
            <a:r>
              <a:rPr lang="en-US" dirty="0">
                <a:hlinkClick r:id="rId2"/>
              </a:rPr>
              <a:t>Paul.Liu@cuny.edu</a:t>
            </a:r>
            <a:endParaRPr lang="en-US" dirty="0"/>
          </a:p>
          <a:p>
            <a:r>
              <a:rPr lang="en-US" dirty="0"/>
              <a:t>Fall 2026</a:t>
            </a:r>
          </a:p>
          <a:p>
            <a:r>
              <a:rPr lang="en-US" dirty="0"/>
              <a:t>CISC 4900 (LEC VC1C)</a:t>
            </a:r>
          </a:p>
          <a:p>
            <a:r>
              <a:rPr lang="en-US" dirty="0"/>
              <a:t>Supervisor: Amara Auguste</a:t>
            </a:r>
          </a:p>
        </p:txBody>
      </p:sp>
    </p:spTree>
    <p:extLst>
      <p:ext uri="{BB962C8B-B14F-4D97-AF65-F5344CB8AC3E}">
        <p14:creationId xmlns:p14="http://schemas.microsoft.com/office/powerpoint/2010/main" val="983899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C8073-6CFF-E7C9-617D-6BD00255B8E6}"/>
              </a:ext>
            </a:extLst>
          </p:cNvPr>
          <p:cNvSpPr>
            <a:spLocks noGrp="1"/>
          </p:cNvSpPr>
          <p:nvPr>
            <p:ph type="title"/>
          </p:nvPr>
        </p:nvSpPr>
        <p:spPr/>
        <p:txBody>
          <a:bodyPr/>
          <a:lstStyle/>
          <a:p>
            <a:r>
              <a:rPr lang="en-US" dirty="0"/>
              <a:t>Brief Introduction</a:t>
            </a:r>
          </a:p>
        </p:txBody>
      </p:sp>
      <p:sp>
        <p:nvSpPr>
          <p:cNvPr id="3" name="Content Placeholder 2">
            <a:extLst>
              <a:ext uri="{FF2B5EF4-FFF2-40B4-BE49-F238E27FC236}">
                <a16:creationId xmlns:a16="http://schemas.microsoft.com/office/drawing/2014/main" id="{66046E18-0429-6F2D-5F2F-65DC0DBFB226}"/>
              </a:ext>
            </a:extLst>
          </p:cNvPr>
          <p:cNvSpPr>
            <a:spLocks noGrp="1"/>
          </p:cNvSpPr>
          <p:nvPr>
            <p:ph idx="1"/>
          </p:nvPr>
        </p:nvSpPr>
        <p:spPr/>
        <p:txBody>
          <a:bodyPr>
            <a:normAutofit lnSpcReduction="10000"/>
          </a:bodyPr>
          <a:lstStyle/>
          <a:p>
            <a:pPr marL="0" indent="0">
              <a:buNone/>
            </a:pPr>
            <a:r>
              <a:rPr lang="en-US" dirty="0"/>
              <a:t>My project is a video game that hopes to achieve a balance between entertainment and education. In my game, the player is looking at a traffic intersection from an outside perspective and must select the correct order in which the cars currently present will leave the intersection with various obstacles providing more depth to the problem depending on the difficulty they have chosen on the screen prior.</a:t>
            </a:r>
          </a:p>
          <a:p>
            <a:pPr marL="0" indent="0">
              <a:buNone/>
            </a:pPr>
            <a:r>
              <a:rPr lang="en-US" dirty="0"/>
              <a:t>The reason why I decided to make a game loosely based on scenarios that may arise in the futures of drivers is because I hope to earn my driving license by the end of the year, and the research conducted will most certainly help me in that regard as well.</a:t>
            </a:r>
          </a:p>
        </p:txBody>
      </p:sp>
    </p:spTree>
    <p:extLst>
      <p:ext uri="{BB962C8B-B14F-4D97-AF65-F5344CB8AC3E}">
        <p14:creationId xmlns:p14="http://schemas.microsoft.com/office/powerpoint/2010/main" val="4023281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80C6E-419D-80A3-97C9-4E5CD8996EA9}"/>
              </a:ext>
            </a:extLst>
          </p:cNvPr>
          <p:cNvSpPr>
            <a:spLocks noGrp="1"/>
          </p:cNvSpPr>
          <p:nvPr>
            <p:ph type="title"/>
          </p:nvPr>
        </p:nvSpPr>
        <p:spPr/>
        <p:txBody>
          <a:bodyPr/>
          <a:lstStyle/>
          <a:p>
            <a:r>
              <a:rPr lang="en-US" dirty="0"/>
              <a:t>Tools Needed</a:t>
            </a:r>
          </a:p>
        </p:txBody>
      </p:sp>
      <p:sp>
        <p:nvSpPr>
          <p:cNvPr id="3" name="Content Placeholder 2">
            <a:extLst>
              <a:ext uri="{FF2B5EF4-FFF2-40B4-BE49-F238E27FC236}">
                <a16:creationId xmlns:a16="http://schemas.microsoft.com/office/drawing/2014/main" id="{42DEF9B9-39E0-5050-947D-2E45C7197AE4}"/>
              </a:ext>
            </a:extLst>
          </p:cNvPr>
          <p:cNvSpPr>
            <a:spLocks noGrp="1"/>
          </p:cNvSpPr>
          <p:nvPr>
            <p:ph idx="1"/>
          </p:nvPr>
        </p:nvSpPr>
        <p:spPr/>
        <p:txBody>
          <a:bodyPr/>
          <a:lstStyle/>
          <a:p>
            <a:pPr marL="0" indent="0">
              <a:buNone/>
            </a:pPr>
            <a:r>
              <a:rPr lang="en-US" dirty="0"/>
              <a:t>Unity = The game engine; needed to create, test, and run the game (</a:t>
            </a:r>
            <a:r>
              <a:rPr lang="en-US" dirty="0">
                <a:hlinkClick r:id="rId2"/>
              </a:rPr>
              <a:t>https://unity.com/</a:t>
            </a:r>
            <a:r>
              <a:rPr lang="en-US" dirty="0"/>
              <a:t>)</a:t>
            </a:r>
          </a:p>
          <a:p>
            <a:pPr marL="0" indent="0">
              <a:buNone/>
            </a:pPr>
            <a:r>
              <a:rPr lang="en-US" dirty="0" err="1"/>
              <a:t>Github</a:t>
            </a:r>
            <a:r>
              <a:rPr lang="en-US" dirty="0"/>
              <a:t> = Store code online and useful for keeping track of my project’s progress over the semester (</a:t>
            </a:r>
            <a:r>
              <a:rPr lang="en-US" dirty="0">
                <a:hlinkClick r:id="rId3"/>
              </a:rPr>
              <a:t>https://github.com/PAULLIU17/Traffic-Intersection-Simulator</a:t>
            </a:r>
            <a:r>
              <a:rPr lang="en-US" dirty="0"/>
              <a:t>)</a:t>
            </a:r>
          </a:p>
          <a:p>
            <a:pPr marL="0" indent="0">
              <a:buNone/>
            </a:pPr>
            <a:r>
              <a:rPr lang="en-US" dirty="0"/>
              <a:t>Official New York State Driver’s Manual = Necessary for new drivers to take their first steps into the driving world and useful for veteran drivers to reinforce their knowledge (</a:t>
            </a:r>
            <a:r>
              <a:rPr lang="en-US" dirty="0">
                <a:hlinkClick r:id="rId4"/>
              </a:rPr>
              <a:t>https://dmv.ny.gov/new-york-state-drivers-manual-practice-tests</a:t>
            </a:r>
            <a:r>
              <a:rPr lang="en-US" dirty="0"/>
              <a:t>)</a:t>
            </a:r>
          </a:p>
        </p:txBody>
      </p:sp>
    </p:spTree>
    <p:extLst>
      <p:ext uri="{BB962C8B-B14F-4D97-AF65-F5344CB8AC3E}">
        <p14:creationId xmlns:p14="http://schemas.microsoft.com/office/powerpoint/2010/main" val="2938130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8587C-28E4-AB98-983E-DE9B9ABAAD1E}"/>
              </a:ext>
            </a:extLst>
          </p:cNvPr>
          <p:cNvSpPr>
            <a:spLocks noGrp="1"/>
          </p:cNvSpPr>
          <p:nvPr>
            <p:ph type="title"/>
          </p:nvPr>
        </p:nvSpPr>
        <p:spPr/>
        <p:txBody>
          <a:bodyPr/>
          <a:lstStyle/>
          <a:p>
            <a:r>
              <a:rPr lang="en-US" dirty="0"/>
              <a:t>Examples of Uses</a:t>
            </a:r>
          </a:p>
        </p:txBody>
      </p:sp>
      <p:sp>
        <p:nvSpPr>
          <p:cNvPr id="3" name="Content Placeholder 2">
            <a:extLst>
              <a:ext uri="{FF2B5EF4-FFF2-40B4-BE49-F238E27FC236}">
                <a16:creationId xmlns:a16="http://schemas.microsoft.com/office/drawing/2014/main" id="{AE3DE7B2-C161-A025-5E77-08FDA921E580}"/>
              </a:ext>
            </a:extLst>
          </p:cNvPr>
          <p:cNvSpPr>
            <a:spLocks noGrp="1"/>
          </p:cNvSpPr>
          <p:nvPr>
            <p:ph idx="1"/>
          </p:nvPr>
        </p:nvSpPr>
        <p:spPr/>
        <p:txBody>
          <a:bodyPr>
            <a:normAutofit lnSpcReduction="10000"/>
          </a:bodyPr>
          <a:lstStyle/>
          <a:p>
            <a:pPr marL="514350" indent="-514350">
              <a:buAutoNum type="arabicPeriod"/>
            </a:pPr>
            <a:r>
              <a:rPr lang="en-US" dirty="0"/>
              <a:t>While on the commute to take your driving license test, you can’t help but stress over some of the topics that will certainly be on the exam, including intersection navigation. Taking out your phone, you decide to brush up on your knowledge.</a:t>
            </a:r>
          </a:p>
          <a:p>
            <a:pPr marL="514350" indent="-514350">
              <a:buAutoNum type="arabicPeriod"/>
            </a:pPr>
            <a:r>
              <a:rPr lang="en-US" dirty="0"/>
              <a:t> Laying down on your bed with nothing to do, you decided you want to play something that stimulates your brain.</a:t>
            </a:r>
          </a:p>
          <a:p>
            <a:pPr marL="514350" indent="-514350">
              <a:buAutoNum type="arabicPeriod"/>
            </a:pPr>
            <a:r>
              <a:rPr lang="en-US" dirty="0"/>
              <a:t>After returning home from work after a long day, you can’t help but replay an almost disastrous accident at a traffic intersection that resulted in the other driver cussing at you. Confused on if you were wrong and not wanting to go through something like that again, you decide to remind yourself of intersection rules.</a:t>
            </a:r>
          </a:p>
        </p:txBody>
      </p:sp>
    </p:spTree>
    <p:extLst>
      <p:ext uri="{BB962C8B-B14F-4D97-AF65-F5344CB8AC3E}">
        <p14:creationId xmlns:p14="http://schemas.microsoft.com/office/powerpoint/2010/main" val="983161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5EDA2-47CC-FF4B-58FE-462E9EF77421}"/>
              </a:ext>
            </a:extLst>
          </p:cNvPr>
          <p:cNvSpPr>
            <a:spLocks noGrp="1"/>
          </p:cNvSpPr>
          <p:nvPr>
            <p:ph type="title"/>
          </p:nvPr>
        </p:nvSpPr>
        <p:spPr/>
        <p:txBody>
          <a:bodyPr/>
          <a:lstStyle/>
          <a:p>
            <a:r>
              <a:rPr lang="en-US" dirty="0"/>
              <a:t>Gameplay Flowchart</a:t>
            </a:r>
          </a:p>
        </p:txBody>
      </p:sp>
      <p:sp>
        <p:nvSpPr>
          <p:cNvPr id="5" name="Rectangle 4">
            <a:extLst>
              <a:ext uri="{FF2B5EF4-FFF2-40B4-BE49-F238E27FC236}">
                <a16:creationId xmlns:a16="http://schemas.microsoft.com/office/drawing/2014/main" id="{875CADBB-14F1-AD91-0818-3390D7C61328}"/>
              </a:ext>
            </a:extLst>
          </p:cNvPr>
          <p:cNvSpPr/>
          <p:nvPr/>
        </p:nvSpPr>
        <p:spPr>
          <a:xfrm>
            <a:off x="966953" y="2840421"/>
            <a:ext cx="1397876" cy="5885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Title Screen</a:t>
            </a:r>
          </a:p>
        </p:txBody>
      </p:sp>
      <p:sp>
        <p:nvSpPr>
          <p:cNvPr id="7" name="Rectangle 6">
            <a:extLst>
              <a:ext uri="{FF2B5EF4-FFF2-40B4-BE49-F238E27FC236}">
                <a16:creationId xmlns:a16="http://schemas.microsoft.com/office/drawing/2014/main" id="{36D52423-7F89-7962-B39A-D9F850D5B50D}"/>
              </a:ext>
            </a:extLst>
          </p:cNvPr>
          <p:cNvSpPr/>
          <p:nvPr/>
        </p:nvSpPr>
        <p:spPr>
          <a:xfrm>
            <a:off x="966953" y="4114801"/>
            <a:ext cx="1397876" cy="5885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Difficulty Screen</a:t>
            </a:r>
          </a:p>
        </p:txBody>
      </p:sp>
      <p:sp>
        <p:nvSpPr>
          <p:cNvPr id="9" name="Rectangle 8">
            <a:extLst>
              <a:ext uri="{FF2B5EF4-FFF2-40B4-BE49-F238E27FC236}">
                <a16:creationId xmlns:a16="http://schemas.microsoft.com/office/drawing/2014/main" id="{E0694DC3-489B-627B-B2AA-5F062E5E0E07}"/>
              </a:ext>
            </a:extLst>
          </p:cNvPr>
          <p:cNvSpPr/>
          <p:nvPr/>
        </p:nvSpPr>
        <p:spPr>
          <a:xfrm>
            <a:off x="3400098" y="2482742"/>
            <a:ext cx="1397876" cy="5885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Easy</a:t>
            </a:r>
          </a:p>
        </p:txBody>
      </p:sp>
      <p:sp>
        <p:nvSpPr>
          <p:cNvPr id="11" name="Rectangle 10">
            <a:extLst>
              <a:ext uri="{FF2B5EF4-FFF2-40B4-BE49-F238E27FC236}">
                <a16:creationId xmlns:a16="http://schemas.microsoft.com/office/drawing/2014/main" id="{4CF1F36A-689E-7CF1-064F-AE3117324694}"/>
              </a:ext>
            </a:extLst>
          </p:cNvPr>
          <p:cNvSpPr/>
          <p:nvPr/>
        </p:nvSpPr>
        <p:spPr>
          <a:xfrm>
            <a:off x="3381703" y="3608828"/>
            <a:ext cx="1397876" cy="5885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Normal</a:t>
            </a:r>
          </a:p>
        </p:txBody>
      </p:sp>
      <p:sp>
        <p:nvSpPr>
          <p:cNvPr id="13" name="Rectangle 12">
            <a:extLst>
              <a:ext uri="{FF2B5EF4-FFF2-40B4-BE49-F238E27FC236}">
                <a16:creationId xmlns:a16="http://schemas.microsoft.com/office/drawing/2014/main" id="{477D22F3-AB9C-A76C-B40F-112F39D35764}"/>
              </a:ext>
            </a:extLst>
          </p:cNvPr>
          <p:cNvSpPr/>
          <p:nvPr/>
        </p:nvSpPr>
        <p:spPr>
          <a:xfrm>
            <a:off x="3400098" y="4703380"/>
            <a:ext cx="1397876" cy="5885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Hard</a:t>
            </a:r>
          </a:p>
        </p:txBody>
      </p:sp>
      <p:sp>
        <p:nvSpPr>
          <p:cNvPr id="15" name="Rectangle 14">
            <a:extLst>
              <a:ext uri="{FF2B5EF4-FFF2-40B4-BE49-F238E27FC236}">
                <a16:creationId xmlns:a16="http://schemas.microsoft.com/office/drawing/2014/main" id="{3E2F2AD0-3CA6-7792-E6B1-673A987CC0F6}"/>
              </a:ext>
            </a:extLst>
          </p:cNvPr>
          <p:cNvSpPr/>
          <p:nvPr/>
        </p:nvSpPr>
        <p:spPr>
          <a:xfrm>
            <a:off x="5680843" y="3321680"/>
            <a:ext cx="1876094" cy="11313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Gameplay</a:t>
            </a:r>
          </a:p>
        </p:txBody>
      </p:sp>
      <p:sp>
        <p:nvSpPr>
          <p:cNvPr id="17" name="Rectangle 16">
            <a:extLst>
              <a:ext uri="{FF2B5EF4-FFF2-40B4-BE49-F238E27FC236}">
                <a16:creationId xmlns:a16="http://schemas.microsoft.com/office/drawing/2014/main" id="{C6863026-92B2-788A-B1BF-BA4DCAE50CCA}"/>
              </a:ext>
            </a:extLst>
          </p:cNvPr>
          <p:cNvSpPr/>
          <p:nvPr/>
        </p:nvSpPr>
        <p:spPr>
          <a:xfrm>
            <a:off x="8439806" y="3332191"/>
            <a:ext cx="1876095" cy="11313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Game Over and Results Screen</a:t>
            </a:r>
          </a:p>
        </p:txBody>
      </p:sp>
      <p:cxnSp>
        <p:nvCxnSpPr>
          <p:cNvPr id="20" name="Straight Arrow Connector 19">
            <a:extLst>
              <a:ext uri="{FF2B5EF4-FFF2-40B4-BE49-F238E27FC236}">
                <a16:creationId xmlns:a16="http://schemas.microsoft.com/office/drawing/2014/main" id="{46A1D5F3-6009-DD95-079A-D4860BDF8FFA}"/>
              </a:ext>
            </a:extLst>
          </p:cNvPr>
          <p:cNvCxnSpPr>
            <a:stCxn id="5" idx="2"/>
            <a:endCxn id="7" idx="0"/>
          </p:cNvCxnSpPr>
          <p:nvPr/>
        </p:nvCxnSpPr>
        <p:spPr>
          <a:xfrm>
            <a:off x="1665891" y="3429000"/>
            <a:ext cx="0" cy="6858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FA6E4DAE-9008-D2D9-D4DB-60A29E06DA90}"/>
              </a:ext>
            </a:extLst>
          </p:cNvPr>
          <p:cNvCxnSpPr>
            <a:stCxn id="9" idx="3"/>
            <a:endCxn id="15" idx="1"/>
          </p:cNvCxnSpPr>
          <p:nvPr/>
        </p:nvCxnSpPr>
        <p:spPr>
          <a:xfrm>
            <a:off x="4797974" y="2777032"/>
            <a:ext cx="882869" cy="11103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C36928F9-ADAC-8040-8B5C-0AA3981FE5B8}"/>
              </a:ext>
            </a:extLst>
          </p:cNvPr>
          <p:cNvCxnSpPr>
            <a:stCxn id="15" idx="3"/>
            <a:endCxn id="17" idx="1"/>
          </p:cNvCxnSpPr>
          <p:nvPr/>
        </p:nvCxnSpPr>
        <p:spPr>
          <a:xfrm>
            <a:off x="7556937" y="3887350"/>
            <a:ext cx="882869" cy="105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D698F4C0-A980-3DCD-9F49-8C89FA74A078}"/>
              </a:ext>
            </a:extLst>
          </p:cNvPr>
          <p:cNvCxnSpPr>
            <a:cxnSpLocks/>
            <a:stCxn id="11" idx="3"/>
            <a:endCxn id="15" idx="1"/>
          </p:cNvCxnSpPr>
          <p:nvPr/>
        </p:nvCxnSpPr>
        <p:spPr>
          <a:xfrm flipV="1">
            <a:off x="4779579" y="3887350"/>
            <a:ext cx="901264" cy="157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6DE880A9-233F-7C02-6027-E9DDEBA47452}"/>
              </a:ext>
            </a:extLst>
          </p:cNvPr>
          <p:cNvCxnSpPr>
            <a:stCxn id="13" idx="3"/>
            <a:endCxn id="15" idx="1"/>
          </p:cNvCxnSpPr>
          <p:nvPr/>
        </p:nvCxnSpPr>
        <p:spPr>
          <a:xfrm flipV="1">
            <a:off x="4797974" y="3887350"/>
            <a:ext cx="882869" cy="11103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6F33D6E6-4374-0D2B-5F4D-AB91195CE1B8}"/>
              </a:ext>
            </a:extLst>
          </p:cNvPr>
          <p:cNvCxnSpPr>
            <a:cxnSpLocks/>
            <a:stCxn id="7" idx="3"/>
            <a:endCxn id="9" idx="1"/>
          </p:cNvCxnSpPr>
          <p:nvPr/>
        </p:nvCxnSpPr>
        <p:spPr>
          <a:xfrm flipV="1">
            <a:off x="2364829" y="2777032"/>
            <a:ext cx="1035269" cy="16320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F6600731-1BE1-977F-6EB4-1EF6A19E83D3}"/>
              </a:ext>
            </a:extLst>
          </p:cNvPr>
          <p:cNvCxnSpPr>
            <a:stCxn id="7" idx="3"/>
            <a:endCxn id="11" idx="1"/>
          </p:cNvCxnSpPr>
          <p:nvPr/>
        </p:nvCxnSpPr>
        <p:spPr>
          <a:xfrm flipV="1">
            <a:off x="2364829" y="3903118"/>
            <a:ext cx="1016874" cy="5059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A15120B1-6C7A-1FD4-F06E-9C1DE8A5BA68}"/>
              </a:ext>
            </a:extLst>
          </p:cNvPr>
          <p:cNvCxnSpPr>
            <a:stCxn id="7" idx="3"/>
            <a:endCxn id="13" idx="1"/>
          </p:cNvCxnSpPr>
          <p:nvPr/>
        </p:nvCxnSpPr>
        <p:spPr>
          <a:xfrm>
            <a:off x="2364829" y="4409091"/>
            <a:ext cx="1035269" cy="5885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Connector: Elbow 43">
            <a:extLst>
              <a:ext uri="{FF2B5EF4-FFF2-40B4-BE49-F238E27FC236}">
                <a16:creationId xmlns:a16="http://schemas.microsoft.com/office/drawing/2014/main" id="{A73B3585-DB62-DCE2-E425-55E375406124}"/>
              </a:ext>
            </a:extLst>
          </p:cNvPr>
          <p:cNvCxnSpPr>
            <a:cxnSpLocks/>
            <a:stCxn id="17" idx="0"/>
          </p:cNvCxnSpPr>
          <p:nvPr/>
        </p:nvCxnSpPr>
        <p:spPr>
          <a:xfrm rot="16200000" flipV="1">
            <a:off x="4732816" y="-1312848"/>
            <a:ext cx="1578114" cy="7711963"/>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9782B3E7-93BD-FD93-EF82-14197D0458A2}"/>
              </a:ext>
            </a:extLst>
          </p:cNvPr>
          <p:cNvCxnSpPr>
            <a:cxnSpLocks/>
            <a:endCxn id="5" idx="0"/>
          </p:cNvCxnSpPr>
          <p:nvPr/>
        </p:nvCxnSpPr>
        <p:spPr>
          <a:xfrm>
            <a:off x="1665891" y="1742502"/>
            <a:ext cx="0" cy="10979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65408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0C1A2-3D75-B88C-E7EE-14C74A24B553}"/>
              </a:ext>
            </a:extLst>
          </p:cNvPr>
          <p:cNvSpPr>
            <a:spLocks noGrp="1"/>
          </p:cNvSpPr>
          <p:nvPr>
            <p:ph type="title"/>
          </p:nvPr>
        </p:nvSpPr>
        <p:spPr/>
        <p:txBody>
          <a:bodyPr/>
          <a:lstStyle/>
          <a:p>
            <a:r>
              <a:rPr lang="en-US" dirty="0"/>
              <a:t>Code Flowchart</a:t>
            </a:r>
          </a:p>
        </p:txBody>
      </p:sp>
      <p:sp>
        <p:nvSpPr>
          <p:cNvPr id="5" name="Flowchart: Data 4">
            <a:extLst>
              <a:ext uri="{FF2B5EF4-FFF2-40B4-BE49-F238E27FC236}">
                <a16:creationId xmlns:a16="http://schemas.microsoft.com/office/drawing/2014/main" id="{5FA37E5F-231C-3395-7A52-C1681071B289}"/>
              </a:ext>
            </a:extLst>
          </p:cNvPr>
          <p:cNvSpPr/>
          <p:nvPr/>
        </p:nvSpPr>
        <p:spPr>
          <a:xfrm>
            <a:off x="4225161" y="3567632"/>
            <a:ext cx="2123089" cy="1325563"/>
          </a:xfrm>
          <a:prstGeom prst="flowChartInputOutp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Order of vehicles chosen by Player</a:t>
            </a:r>
          </a:p>
        </p:txBody>
      </p:sp>
      <p:sp>
        <p:nvSpPr>
          <p:cNvPr id="6" name="Flowchart: Decision 5">
            <a:extLst>
              <a:ext uri="{FF2B5EF4-FFF2-40B4-BE49-F238E27FC236}">
                <a16:creationId xmlns:a16="http://schemas.microsoft.com/office/drawing/2014/main" id="{4776B7E5-CFB5-3F5B-C5E7-25AF25080BC0}"/>
              </a:ext>
            </a:extLst>
          </p:cNvPr>
          <p:cNvSpPr/>
          <p:nvPr/>
        </p:nvSpPr>
        <p:spPr>
          <a:xfrm>
            <a:off x="7262647" y="3327154"/>
            <a:ext cx="2123089" cy="1566041"/>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Does the order of vehicles match the answer?</a:t>
            </a:r>
          </a:p>
        </p:txBody>
      </p:sp>
      <p:sp>
        <p:nvSpPr>
          <p:cNvPr id="7" name="Flowchart: Process 6">
            <a:extLst>
              <a:ext uri="{FF2B5EF4-FFF2-40B4-BE49-F238E27FC236}">
                <a16:creationId xmlns:a16="http://schemas.microsoft.com/office/drawing/2014/main" id="{7A9DCF69-52A0-EF1C-BC40-EEB771BDFC41}"/>
              </a:ext>
            </a:extLst>
          </p:cNvPr>
          <p:cNvSpPr/>
          <p:nvPr/>
        </p:nvSpPr>
        <p:spPr>
          <a:xfrm>
            <a:off x="964324" y="4046483"/>
            <a:ext cx="2123089" cy="1229710"/>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Wait until Player finalizes their choices</a:t>
            </a:r>
          </a:p>
        </p:txBody>
      </p:sp>
      <p:sp>
        <p:nvSpPr>
          <p:cNvPr id="10" name="Flowchart: Process 9">
            <a:extLst>
              <a:ext uri="{FF2B5EF4-FFF2-40B4-BE49-F238E27FC236}">
                <a16:creationId xmlns:a16="http://schemas.microsoft.com/office/drawing/2014/main" id="{D229FFFA-7B92-F1CC-9478-64239BF50BE5}"/>
              </a:ext>
            </a:extLst>
          </p:cNvPr>
          <p:cNvSpPr/>
          <p:nvPr/>
        </p:nvSpPr>
        <p:spPr>
          <a:xfrm>
            <a:off x="964324" y="2012732"/>
            <a:ext cx="2123089" cy="1229709"/>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Randomly generate vehicle characters (question) and decide upon the correct order (answer)</a:t>
            </a:r>
          </a:p>
        </p:txBody>
      </p:sp>
      <p:sp>
        <p:nvSpPr>
          <p:cNvPr id="11" name="Arrow: Bent 10">
            <a:extLst>
              <a:ext uri="{FF2B5EF4-FFF2-40B4-BE49-F238E27FC236}">
                <a16:creationId xmlns:a16="http://schemas.microsoft.com/office/drawing/2014/main" id="{71FB6651-4660-B73F-0978-1D74215BD33E}"/>
              </a:ext>
            </a:extLst>
          </p:cNvPr>
          <p:cNvSpPr/>
          <p:nvPr/>
        </p:nvSpPr>
        <p:spPr>
          <a:xfrm flipH="1">
            <a:off x="3352800" y="2249214"/>
            <a:ext cx="5097518" cy="915345"/>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Arrow: Down 11">
            <a:extLst>
              <a:ext uri="{FF2B5EF4-FFF2-40B4-BE49-F238E27FC236}">
                <a16:creationId xmlns:a16="http://schemas.microsoft.com/office/drawing/2014/main" id="{BF389D25-30CE-ABDE-F2CD-1B2B00CF2637}"/>
              </a:ext>
            </a:extLst>
          </p:cNvPr>
          <p:cNvSpPr/>
          <p:nvPr/>
        </p:nvSpPr>
        <p:spPr>
          <a:xfrm>
            <a:off x="1828800" y="3429000"/>
            <a:ext cx="420414" cy="38625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8B374172-0AF0-7ABE-F14F-F90A8150DBA8}"/>
              </a:ext>
            </a:extLst>
          </p:cNvPr>
          <p:cNvSpPr/>
          <p:nvPr/>
        </p:nvSpPr>
        <p:spPr>
          <a:xfrm>
            <a:off x="3352800" y="4582510"/>
            <a:ext cx="756745" cy="31068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D6AECE49-2B94-26CB-863E-7A6B8991599B}"/>
              </a:ext>
            </a:extLst>
          </p:cNvPr>
          <p:cNvSpPr/>
          <p:nvPr/>
        </p:nvSpPr>
        <p:spPr>
          <a:xfrm>
            <a:off x="6453352" y="4162097"/>
            <a:ext cx="714703" cy="4204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3BA997D9-EB4D-3CFC-04A8-75865B9073C8}"/>
              </a:ext>
            </a:extLst>
          </p:cNvPr>
          <p:cNvSpPr/>
          <p:nvPr/>
        </p:nvSpPr>
        <p:spPr>
          <a:xfrm rot="5400000">
            <a:off x="8064373" y="5189482"/>
            <a:ext cx="656269" cy="38888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lowchart: Process 18">
            <a:extLst>
              <a:ext uri="{FF2B5EF4-FFF2-40B4-BE49-F238E27FC236}">
                <a16:creationId xmlns:a16="http://schemas.microsoft.com/office/drawing/2014/main" id="{7BF18D7C-C14D-2304-37BD-1D978E632BB3}"/>
              </a:ext>
            </a:extLst>
          </p:cNvPr>
          <p:cNvSpPr/>
          <p:nvPr/>
        </p:nvSpPr>
        <p:spPr>
          <a:xfrm>
            <a:off x="7399280" y="5839126"/>
            <a:ext cx="1986456" cy="943413"/>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Game Over / Return to Title Screen</a:t>
            </a:r>
          </a:p>
        </p:txBody>
      </p:sp>
      <p:sp>
        <p:nvSpPr>
          <p:cNvPr id="20" name="TextBox 19">
            <a:extLst>
              <a:ext uri="{FF2B5EF4-FFF2-40B4-BE49-F238E27FC236}">
                <a16:creationId xmlns:a16="http://schemas.microsoft.com/office/drawing/2014/main" id="{6CF4050B-D220-9C03-7BDF-F3C1AC4BE577}"/>
              </a:ext>
            </a:extLst>
          </p:cNvPr>
          <p:cNvSpPr txBox="1"/>
          <p:nvPr/>
        </p:nvSpPr>
        <p:spPr>
          <a:xfrm>
            <a:off x="8781391" y="5169357"/>
            <a:ext cx="1208689" cy="369332"/>
          </a:xfrm>
          <a:prstGeom prst="rect">
            <a:avLst/>
          </a:prstGeom>
          <a:noFill/>
        </p:spPr>
        <p:txBody>
          <a:bodyPr wrap="square" rtlCol="0">
            <a:spAutoFit/>
          </a:bodyPr>
          <a:lstStyle/>
          <a:p>
            <a:r>
              <a:rPr lang="en-US" dirty="0"/>
              <a:t>No</a:t>
            </a:r>
          </a:p>
        </p:txBody>
      </p:sp>
      <p:sp>
        <p:nvSpPr>
          <p:cNvPr id="21" name="TextBox 20">
            <a:extLst>
              <a:ext uri="{FF2B5EF4-FFF2-40B4-BE49-F238E27FC236}">
                <a16:creationId xmlns:a16="http://schemas.microsoft.com/office/drawing/2014/main" id="{9C01704F-C904-DF55-A59E-520D39E36A4E}"/>
              </a:ext>
            </a:extLst>
          </p:cNvPr>
          <p:cNvSpPr txBox="1"/>
          <p:nvPr/>
        </p:nvSpPr>
        <p:spPr>
          <a:xfrm>
            <a:off x="8586951" y="2531023"/>
            <a:ext cx="2112579" cy="646331"/>
          </a:xfrm>
          <a:prstGeom prst="rect">
            <a:avLst/>
          </a:prstGeom>
          <a:noFill/>
        </p:spPr>
        <p:txBody>
          <a:bodyPr wrap="square" rtlCol="0">
            <a:spAutoFit/>
          </a:bodyPr>
          <a:lstStyle/>
          <a:p>
            <a:r>
              <a:rPr lang="en-US" dirty="0"/>
              <a:t>Yes, continue to next level</a:t>
            </a:r>
          </a:p>
        </p:txBody>
      </p:sp>
    </p:spTree>
    <p:extLst>
      <p:ext uri="{BB962C8B-B14F-4D97-AF65-F5344CB8AC3E}">
        <p14:creationId xmlns:p14="http://schemas.microsoft.com/office/powerpoint/2010/main" val="2489694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40FD5C-48EA-057F-1174-C9820C6D33D6}"/>
              </a:ext>
            </a:extLst>
          </p:cNvPr>
          <p:cNvSpPr>
            <a:spLocks noGrp="1"/>
          </p:cNvSpPr>
          <p:nvPr>
            <p:ph type="title"/>
          </p:nvPr>
        </p:nvSpPr>
        <p:spPr/>
        <p:txBody>
          <a:bodyPr/>
          <a:lstStyle/>
          <a:p>
            <a:r>
              <a:rPr lang="en-US" dirty="0"/>
              <a:t>Sample Game Space</a:t>
            </a:r>
          </a:p>
        </p:txBody>
      </p:sp>
      <p:grpSp>
        <p:nvGrpSpPr>
          <p:cNvPr id="39" name="Group 38">
            <a:extLst>
              <a:ext uri="{FF2B5EF4-FFF2-40B4-BE49-F238E27FC236}">
                <a16:creationId xmlns:a16="http://schemas.microsoft.com/office/drawing/2014/main" id="{FEC91EFD-8189-73FF-6AE7-99A97530CB0C}"/>
              </a:ext>
            </a:extLst>
          </p:cNvPr>
          <p:cNvGrpSpPr/>
          <p:nvPr/>
        </p:nvGrpSpPr>
        <p:grpSpPr>
          <a:xfrm>
            <a:off x="2263473" y="1600188"/>
            <a:ext cx="7308720" cy="5170680"/>
            <a:chOff x="2263473" y="1600188"/>
            <a:chExt cx="7308720" cy="5170680"/>
          </a:xfrm>
        </p:grpSpPr>
        <mc:AlternateContent xmlns:mc="http://schemas.openxmlformats.org/markup-compatibility/2006">
          <mc:Choice xmlns:p14="http://schemas.microsoft.com/office/powerpoint/2010/main" Requires="p14">
            <p:contentPart p14:bwMode="auto" r:id="rId2">
              <p14:nvContentPartPr>
                <p14:cNvPr id="17" name="Ink 16">
                  <a:extLst>
                    <a:ext uri="{FF2B5EF4-FFF2-40B4-BE49-F238E27FC236}">
                      <a16:creationId xmlns:a16="http://schemas.microsoft.com/office/drawing/2014/main" id="{17CF4CED-87EF-7867-A8CE-0575173B793A}"/>
                    </a:ext>
                  </a:extLst>
                </p14:cNvPr>
                <p14:cNvContentPartPr/>
                <p14:nvPr/>
              </p14:nvContentPartPr>
              <p14:xfrm>
                <a:off x="5919633" y="1600188"/>
                <a:ext cx="1672200" cy="1477800"/>
              </p14:xfrm>
            </p:contentPart>
          </mc:Choice>
          <mc:Fallback>
            <p:pic>
              <p:nvPicPr>
                <p:cNvPr id="17" name="Ink 16">
                  <a:extLst>
                    <a:ext uri="{FF2B5EF4-FFF2-40B4-BE49-F238E27FC236}">
                      <a16:creationId xmlns:a16="http://schemas.microsoft.com/office/drawing/2014/main" id="{17CF4CED-87EF-7867-A8CE-0575173B793A}"/>
                    </a:ext>
                  </a:extLst>
                </p:cNvPr>
                <p:cNvPicPr/>
                <p:nvPr/>
              </p:nvPicPr>
              <p:blipFill>
                <a:blip r:embed="rId3"/>
                <a:stretch>
                  <a:fillRect/>
                </a:stretch>
              </p:blipFill>
              <p:spPr>
                <a:xfrm>
                  <a:off x="5913513" y="1594068"/>
                  <a:ext cx="1684440" cy="14900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8" name="Ink 17">
                  <a:extLst>
                    <a:ext uri="{FF2B5EF4-FFF2-40B4-BE49-F238E27FC236}">
                      <a16:creationId xmlns:a16="http://schemas.microsoft.com/office/drawing/2014/main" id="{9892A6CC-05AF-E176-162E-B589D40CD9AF}"/>
                    </a:ext>
                  </a:extLst>
                </p14:cNvPr>
                <p14:cNvContentPartPr/>
                <p14:nvPr/>
              </p14:nvContentPartPr>
              <p14:xfrm>
                <a:off x="6897033" y="2186988"/>
                <a:ext cx="2132640" cy="1861560"/>
              </p14:xfrm>
            </p:contentPart>
          </mc:Choice>
          <mc:Fallback>
            <p:pic>
              <p:nvPicPr>
                <p:cNvPr id="18" name="Ink 17">
                  <a:extLst>
                    <a:ext uri="{FF2B5EF4-FFF2-40B4-BE49-F238E27FC236}">
                      <a16:creationId xmlns:a16="http://schemas.microsoft.com/office/drawing/2014/main" id="{9892A6CC-05AF-E176-162E-B589D40CD9AF}"/>
                    </a:ext>
                  </a:extLst>
                </p:cNvPr>
                <p:cNvPicPr/>
                <p:nvPr/>
              </p:nvPicPr>
              <p:blipFill>
                <a:blip r:embed="rId5"/>
                <a:stretch>
                  <a:fillRect/>
                </a:stretch>
              </p:blipFill>
              <p:spPr>
                <a:xfrm>
                  <a:off x="6890913" y="2180868"/>
                  <a:ext cx="2144880" cy="18738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2" name="Ink 31">
                  <a:extLst>
                    <a:ext uri="{FF2B5EF4-FFF2-40B4-BE49-F238E27FC236}">
                      <a16:creationId xmlns:a16="http://schemas.microsoft.com/office/drawing/2014/main" id="{ACF419B4-1E91-456E-DB14-5EEE6B708820}"/>
                    </a:ext>
                  </a:extLst>
                </p14:cNvPr>
                <p14:cNvContentPartPr/>
                <p14:nvPr/>
              </p14:nvContentPartPr>
              <p14:xfrm>
                <a:off x="4063113" y="1798908"/>
                <a:ext cx="1795680" cy="1243800"/>
              </p14:xfrm>
            </p:contentPart>
          </mc:Choice>
          <mc:Fallback>
            <p:pic>
              <p:nvPicPr>
                <p:cNvPr id="32" name="Ink 31">
                  <a:extLst>
                    <a:ext uri="{FF2B5EF4-FFF2-40B4-BE49-F238E27FC236}">
                      <a16:creationId xmlns:a16="http://schemas.microsoft.com/office/drawing/2014/main" id="{ACF419B4-1E91-456E-DB14-5EEE6B708820}"/>
                    </a:ext>
                  </a:extLst>
                </p:cNvPr>
                <p:cNvPicPr/>
                <p:nvPr/>
              </p:nvPicPr>
              <p:blipFill>
                <a:blip r:embed="rId7"/>
                <a:stretch>
                  <a:fillRect/>
                </a:stretch>
              </p:blipFill>
              <p:spPr>
                <a:xfrm>
                  <a:off x="4056993" y="1792788"/>
                  <a:ext cx="1807920" cy="12560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34" name="Ink 33">
                  <a:extLst>
                    <a:ext uri="{FF2B5EF4-FFF2-40B4-BE49-F238E27FC236}">
                      <a16:creationId xmlns:a16="http://schemas.microsoft.com/office/drawing/2014/main" id="{B0AB181E-D60D-1A79-BCA7-59780A97BA55}"/>
                    </a:ext>
                  </a:extLst>
                </p14:cNvPr>
                <p14:cNvContentPartPr/>
                <p14:nvPr/>
              </p14:nvContentPartPr>
              <p14:xfrm>
                <a:off x="2685033" y="2518908"/>
                <a:ext cx="2126520" cy="1656360"/>
              </p14:xfrm>
            </p:contentPart>
          </mc:Choice>
          <mc:Fallback>
            <p:pic>
              <p:nvPicPr>
                <p:cNvPr id="34" name="Ink 33">
                  <a:extLst>
                    <a:ext uri="{FF2B5EF4-FFF2-40B4-BE49-F238E27FC236}">
                      <a16:creationId xmlns:a16="http://schemas.microsoft.com/office/drawing/2014/main" id="{B0AB181E-D60D-1A79-BCA7-59780A97BA55}"/>
                    </a:ext>
                  </a:extLst>
                </p:cNvPr>
                <p:cNvPicPr/>
                <p:nvPr/>
              </p:nvPicPr>
              <p:blipFill>
                <a:blip r:embed="rId9"/>
                <a:stretch>
                  <a:fillRect/>
                </a:stretch>
              </p:blipFill>
              <p:spPr>
                <a:xfrm>
                  <a:off x="2678913" y="2512788"/>
                  <a:ext cx="2138760" cy="16686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35" name="Ink 34">
                  <a:extLst>
                    <a:ext uri="{FF2B5EF4-FFF2-40B4-BE49-F238E27FC236}">
                      <a16:creationId xmlns:a16="http://schemas.microsoft.com/office/drawing/2014/main" id="{FE817B13-9FE8-0628-9071-144E55D640CA}"/>
                    </a:ext>
                  </a:extLst>
                </p14:cNvPr>
                <p14:cNvContentPartPr/>
                <p14:nvPr/>
              </p14:nvContentPartPr>
              <p14:xfrm>
                <a:off x="2263473" y="4203708"/>
                <a:ext cx="2573280" cy="1872360"/>
              </p14:xfrm>
            </p:contentPart>
          </mc:Choice>
          <mc:Fallback>
            <p:pic>
              <p:nvPicPr>
                <p:cNvPr id="35" name="Ink 34">
                  <a:extLst>
                    <a:ext uri="{FF2B5EF4-FFF2-40B4-BE49-F238E27FC236}">
                      <a16:creationId xmlns:a16="http://schemas.microsoft.com/office/drawing/2014/main" id="{FE817B13-9FE8-0628-9071-144E55D640CA}"/>
                    </a:ext>
                  </a:extLst>
                </p:cNvPr>
                <p:cNvPicPr/>
                <p:nvPr/>
              </p:nvPicPr>
              <p:blipFill>
                <a:blip r:embed="rId11"/>
                <a:stretch>
                  <a:fillRect/>
                </a:stretch>
              </p:blipFill>
              <p:spPr>
                <a:xfrm>
                  <a:off x="2257353" y="4197588"/>
                  <a:ext cx="2585520" cy="18846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36" name="Ink 35">
                  <a:extLst>
                    <a:ext uri="{FF2B5EF4-FFF2-40B4-BE49-F238E27FC236}">
                      <a16:creationId xmlns:a16="http://schemas.microsoft.com/office/drawing/2014/main" id="{5C870935-189A-C6F4-CE39-DD7F8EDF88A5}"/>
                    </a:ext>
                  </a:extLst>
                </p14:cNvPr>
                <p14:cNvContentPartPr/>
                <p14:nvPr/>
              </p14:nvContentPartPr>
              <p14:xfrm>
                <a:off x="3496473" y="4983828"/>
                <a:ext cx="2337480" cy="1708200"/>
              </p14:xfrm>
            </p:contentPart>
          </mc:Choice>
          <mc:Fallback>
            <p:pic>
              <p:nvPicPr>
                <p:cNvPr id="36" name="Ink 35">
                  <a:extLst>
                    <a:ext uri="{FF2B5EF4-FFF2-40B4-BE49-F238E27FC236}">
                      <a16:creationId xmlns:a16="http://schemas.microsoft.com/office/drawing/2014/main" id="{5C870935-189A-C6F4-CE39-DD7F8EDF88A5}"/>
                    </a:ext>
                  </a:extLst>
                </p:cNvPr>
                <p:cNvPicPr/>
                <p:nvPr/>
              </p:nvPicPr>
              <p:blipFill>
                <a:blip r:embed="rId13"/>
                <a:stretch>
                  <a:fillRect/>
                </a:stretch>
              </p:blipFill>
              <p:spPr>
                <a:xfrm>
                  <a:off x="3490353" y="4977708"/>
                  <a:ext cx="2349720" cy="17204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37" name="Ink 36">
                  <a:extLst>
                    <a:ext uri="{FF2B5EF4-FFF2-40B4-BE49-F238E27FC236}">
                      <a16:creationId xmlns:a16="http://schemas.microsoft.com/office/drawing/2014/main" id="{F8CD5DB7-DFE6-9806-8130-FF9B548AD432}"/>
                    </a:ext>
                  </a:extLst>
                </p14:cNvPr>
                <p14:cNvContentPartPr/>
                <p14:nvPr/>
              </p14:nvContentPartPr>
              <p14:xfrm>
                <a:off x="5783193" y="4987068"/>
                <a:ext cx="1668600" cy="1783800"/>
              </p14:xfrm>
            </p:contentPart>
          </mc:Choice>
          <mc:Fallback>
            <p:pic>
              <p:nvPicPr>
                <p:cNvPr id="37" name="Ink 36">
                  <a:extLst>
                    <a:ext uri="{FF2B5EF4-FFF2-40B4-BE49-F238E27FC236}">
                      <a16:creationId xmlns:a16="http://schemas.microsoft.com/office/drawing/2014/main" id="{F8CD5DB7-DFE6-9806-8130-FF9B548AD432}"/>
                    </a:ext>
                  </a:extLst>
                </p:cNvPr>
                <p:cNvPicPr/>
                <p:nvPr/>
              </p:nvPicPr>
              <p:blipFill>
                <a:blip r:embed="rId15"/>
                <a:stretch>
                  <a:fillRect/>
                </a:stretch>
              </p:blipFill>
              <p:spPr>
                <a:xfrm>
                  <a:off x="5777073" y="4980948"/>
                  <a:ext cx="1680840" cy="17960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38" name="Ink 37">
                  <a:extLst>
                    <a:ext uri="{FF2B5EF4-FFF2-40B4-BE49-F238E27FC236}">
                      <a16:creationId xmlns:a16="http://schemas.microsoft.com/office/drawing/2014/main" id="{43E5ABC1-6FC9-74F9-7CF0-252917D4B466}"/>
                    </a:ext>
                  </a:extLst>
                </p14:cNvPr>
                <p14:cNvContentPartPr/>
                <p14:nvPr/>
              </p14:nvContentPartPr>
              <p14:xfrm>
                <a:off x="6755193" y="4132428"/>
                <a:ext cx="2817000" cy="2504160"/>
              </p14:xfrm>
            </p:contentPart>
          </mc:Choice>
          <mc:Fallback>
            <p:pic>
              <p:nvPicPr>
                <p:cNvPr id="38" name="Ink 37">
                  <a:extLst>
                    <a:ext uri="{FF2B5EF4-FFF2-40B4-BE49-F238E27FC236}">
                      <a16:creationId xmlns:a16="http://schemas.microsoft.com/office/drawing/2014/main" id="{43E5ABC1-6FC9-74F9-7CF0-252917D4B466}"/>
                    </a:ext>
                  </a:extLst>
                </p:cNvPr>
                <p:cNvPicPr/>
                <p:nvPr/>
              </p:nvPicPr>
              <p:blipFill>
                <a:blip r:embed="rId17"/>
                <a:stretch>
                  <a:fillRect/>
                </a:stretch>
              </p:blipFill>
              <p:spPr>
                <a:xfrm>
                  <a:off x="6749073" y="4126308"/>
                  <a:ext cx="2829240" cy="2516400"/>
                </a:xfrm>
                <a:prstGeom prst="rect">
                  <a:avLst/>
                </a:prstGeom>
              </p:spPr>
            </p:pic>
          </mc:Fallback>
        </mc:AlternateContent>
      </p:grpSp>
      <p:sp>
        <p:nvSpPr>
          <p:cNvPr id="40" name="Oval 39">
            <a:extLst>
              <a:ext uri="{FF2B5EF4-FFF2-40B4-BE49-F238E27FC236}">
                <a16:creationId xmlns:a16="http://schemas.microsoft.com/office/drawing/2014/main" id="{B286AA95-67D9-1728-4003-A998C158876A}"/>
              </a:ext>
            </a:extLst>
          </p:cNvPr>
          <p:cNvSpPr/>
          <p:nvPr/>
        </p:nvSpPr>
        <p:spPr>
          <a:xfrm>
            <a:off x="5873251" y="3831172"/>
            <a:ext cx="744242" cy="48187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42" name="Oval 41">
            <a:extLst>
              <a:ext uri="{FF2B5EF4-FFF2-40B4-BE49-F238E27FC236}">
                <a16:creationId xmlns:a16="http://schemas.microsoft.com/office/drawing/2014/main" id="{B62FC320-66A0-8CDD-C30F-EE77FBC2AA77}"/>
              </a:ext>
            </a:extLst>
          </p:cNvPr>
          <p:cNvSpPr/>
          <p:nvPr/>
        </p:nvSpPr>
        <p:spPr>
          <a:xfrm>
            <a:off x="3454502" y="2589269"/>
            <a:ext cx="744242" cy="48187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44" name="Oval 43">
            <a:extLst>
              <a:ext uri="{FF2B5EF4-FFF2-40B4-BE49-F238E27FC236}">
                <a16:creationId xmlns:a16="http://schemas.microsoft.com/office/drawing/2014/main" id="{327F3DFA-0902-0FFA-AE93-54EA8FE36E31}"/>
              </a:ext>
            </a:extLst>
          </p:cNvPr>
          <p:cNvSpPr/>
          <p:nvPr/>
        </p:nvSpPr>
        <p:spPr>
          <a:xfrm>
            <a:off x="4901431" y="4658009"/>
            <a:ext cx="744242" cy="48187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46" name="Oval 45">
            <a:extLst>
              <a:ext uri="{FF2B5EF4-FFF2-40B4-BE49-F238E27FC236}">
                <a16:creationId xmlns:a16="http://schemas.microsoft.com/office/drawing/2014/main" id="{7A81C554-D0D8-429D-1EA9-47E253EA18E5}"/>
              </a:ext>
            </a:extLst>
          </p:cNvPr>
          <p:cNvSpPr/>
          <p:nvPr/>
        </p:nvSpPr>
        <p:spPr>
          <a:xfrm>
            <a:off x="6189633" y="2860204"/>
            <a:ext cx="744242" cy="48187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73" name="Arrow: Bent 72">
            <a:extLst>
              <a:ext uri="{FF2B5EF4-FFF2-40B4-BE49-F238E27FC236}">
                <a16:creationId xmlns:a16="http://schemas.microsoft.com/office/drawing/2014/main" id="{53411EDC-32FB-6C49-306E-384D6DB4A5CB}"/>
              </a:ext>
            </a:extLst>
          </p:cNvPr>
          <p:cNvSpPr/>
          <p:nvPr/>
        </p:nvSpPr>
        <p:spPr>
          <a:xfrm rot="19212977">
            <a:off x="5749215" y="3570639"/>
            <a:ext cx="481444" cy="216908"/>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5" name="Arrow: Bent 74">
            <a:extLst>
              <a:ext uri="{FF2B5EF4-FFF2-40B4-BE49-F238E27FC236}">
                <a16:creationId xmlns:a16="http://schemas.microsoft.com/office/drawing/2014/main" id="{8103FD34-B53B-0C84-487B-2F069E564223}"/>
              </a:ext>
            </a:extLst>
          </p:cNvPr>
          <p:cNvSpPr/>
          <p:nvPr/>
        </p:nvSpPr>
        <p:spPr>
          <a:xfrm rot="13417818">
            <a:off x="5593231" y="3049409"/>
            <a:ext cx="481444" cy="216908"/>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7" name="Arrow: Bent 76">
            <a:extLst>
              <a:ext uri="{FF2B5EF4-FFF2-40B4-BE49-F238E27FC236}">
                <a16:creationId xmlns:a16="http://schemas.microsoft.com/office/drawing/2014/main" id="{3AB543D6-7EAE-DBFF-E5EC-183A874FC549}"/>
              </a:ext>
            </a:extLst>
          </p:cNvPr>
          <p:cNvSpPr/>
          <p:nvPr/>
        </p:nvSpPr>
        <p:spPr>
          <a:xfrm rot="2387023" flipH="1">
            <a:off x="5264064" y="4332634"/>
            <a:ext cx="481444" cy="216908"/>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8" name="Arrow: Right 77">
            <a:extLst>
              <a:ext uri="{FF2B5EF4-FFF2-40B4-BE49-F238E27FC236}">
                <a16:creationId xmlns:a16="http://schemas.microsoft.com/office/drawing/2014/main" id="{45C391ED-A263-0984-8612-1B9955837052}"/>
              </a:ext>
            </a:extLst>
          </p:cNvPr>
          <p:cNvSpPr/>
          <p:nvPr/>
        </p:nvSpPr>
        <p:spPr>
          <a:xfrm rot="2662968">
            <a:off x="4053065" y="3277909"/>
            <a:ext cx="744242" cy="22800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6" name="Group 85">
            <a:extLst>
              <a:ext uri="{FF2B5EF4-FFF2-40B4-BE49-F238E27FC236}">
                <a16:creationId xmlns:a16="http://schemas.microsoft.com/office/drawing/2014/main" id="{9389A415-881E-C78F-E355-4C32A1290932}"/>
              </a:ext>
            </a:extLst>
          </p:cNvPr>
          <p:cNvGrpSpPr/>
          <p:nvPr/>
        </p:nvGrpSpPr>
        <p:grpSpPr>
          <a:xfrm rot="19365876">
            <a:off x="2394609" y="3983941"/>
            <a:ext cx="1539791" cy="683509"/>
            <a:chOff x="1492469" y="3733664"/>
            <a:chExt cx="1539791" cy="683509"/>
          </a:xfrm>
        </p:grpSpPr>
        <p:sp>
          <p:nvSpPr>
            <p:cNvPr id="80" name="Rectangle 79">
              <a:extLst>
                <a:ext uri="{FF2B5EF4-FFF2-40B4-BE49-F238E27FC236}">
                  <a16:creationId xmlns:a16="http://schemas.microsoft.com/office/drawing/2014/main" id="{4A617F31-4493-4508-750F-D1215514D115}"/>
                </a:ext>
              </a:extLst>
            </p:cNvPr>
            <p:cNvSpPr/>
            <p:nvPr/>
          </p:nvSpPr>
          <p:spPr>
            <a:xfrm>
              <a:off x="1492469" y="3733664"/>
              <a:ext cx="1539791" cy="68350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18FFC52F-ADBE-DF87-E94A-F3A822D59E5E}"/>
                </a:ext>
              </a:extLst>
            </p:cNvPr>
            <p:cNvSpPr/>
            <p:nvPr/>
          </p:nvSpPr>
          <p:spPr>
            <a:xfrm>
              <a:off x="1576412" y="3873822"/>
              <a:ext cx="392709" cy="396578"/>
            </a:xfrm>
            <a:prstGeom prst="ellipse">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3AD44BB9-357E-C8B5-8481-5A651FE08BF1}"/>
                </a:ext>
              </a:extLst>
            </p:cNvPr>
            <p:cNvSpPr/>
            <p:nvPr/>
          </p:nvSpPr>
          <p:spPr>
            <a:xfrm>
              <a:off x="2065233" y="3865915"/>
              <a:ext cx="392709" cy="396578"/>
            </a:xfrm>
            <a:prstGeom prst="ellipse">
              <a:avLst/>
            </a:prstGeom>
            <a:solidFill>
              <a:schemeClr val="bg1"/>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E6C638D1-A97D-4AE3-4360-66B6D26187DD}"/>
                </a:ext>
              </a:extLst>
            </p:cNvPr>
            <p:cNvSpPr/>
            <p:nvPr/>
          </p:nvSpPr>
          <p:spPr>
            <a:xfrm>
              <a:off x="2521129" y="3865915"/>
              <a:ext cx="392709" cy="396578"/>
            </a:xfrm>
            <a:prstGeom prst="ellips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7" name="Group 86">
            <a:extLst>
              <a:ext uri="{FF2B5EF4-FFF2-40B4-BE49-F238E27FC236}">
                <a16:creationId xmlns:a16="http://schemas.microsoft.com/office/drawing/2014/main" id="{D10E23A5-E8FD-D2E6-8D97-B1BCAF28E535}"/>
              </a:ext>
            </a:extLst>
          </p:cNvPr>
          <p:cNvGrpSpPr/>
          <p:nvPr/>
        </p:nvGrpSpPr>
        <p:grpSpPr>
          <a:xfrm rot="2507019">
            <a:off x="7680075" y="3983941"/>
            <a:ext cx="1539791" cy="683509"/>
            <a:chOff x="1492469" y="3733664"/>
            <a:chExt cx="1539791" cy="683509"/>
          </a:xfrm>
        </p:grpSpPr>
        <p:sp>
          <p:nvSpPr>
            <p:cNvPr id="88" name="Rectangle 87">
              <a:extLst>
                <a:ext uri="{FF2B5EF4-FFF2-40B4-BE49-F238E27FC236}">
                  <a16:creationId xmlns:a16="http://schemas.microsoft.com/office/drawing/2014/main" id="{46743C8D-1462-36A9-E63E-365A5E04AF84}"/>
                </a:ext>
              </a:extLst>
            </p:cNvPr>
            <p:cNvSpPr/>
            <p:nvPr/>
          </p:nvSpPr>
          <p:spPr>
            <a:xfrm>
              <a:off x="1492469" y="3733664"/>
              <a:ext cx="1539791" cy="68350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2A5ED851-B4D2-2578-941A-E34343542C25}"/>
                </a:ext>
              </a:extLst>
            </p:cNvPr>
            <p:cNvSpPr/>
            <p:nvPr/>
          </p:nvSpPr>
          <p:spPr>
            <a:xfrm>
              <a:off x="1576412" y="3873822"/>
              <a:ext cx="392709" cy="396578"/>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58525DF5-535A-0654-125D-5E586B517C4F}"/>
                </a:ext>
              </a:extLst>
            </p:cNvPr>
            <p:cNvSpPr/>
            <p:nvPr/>
          </p:nvSpPr>
          <p:spPr>
            <a:xfrm>
              <a:off x="2065233" y="3865915"/>
              <a:ext cx="392709" cy="396578"/>
            </a:xfrm>
            <a:prstGeom prst="ellipse">
              <a:avLst/>
            </a:prstGeom>
            <a:solidFill>
              <a:schemeClr val="bg1"/>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C97A822A-8D0A-B5F1-D2E4-A41A79A42A35}"/>
                </a:ext>
              </a:extLst>
            </p:cNvPr>
            <p:cNvSpPr/>
            <p:nvPr/>
          </p:nvSpPr>
          <p:spPr>
            <a:xfrm>
              <a:off x="2521129" y="3865915"/>
              <a:ext cx="392709" cy="396578"/>
            </a:xfrm>
            <a:prstGeom prst="ellipse">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2" name="TextBox 91">
            <a:extLst>
              <a:ext uri="{FF2B5EF4-FFF2-40B4-BE49-F238E27FC236}">
                <a16:creationId xmlns:a16="http://schemas.microsoft.com/office/drawing/2014/main" id="{8DA0EF42-967D-38D6-6C7C-01DA2E04852C}"/>
              </a:ext>
            </a:extLst>
          </p:cNvPr>
          <p:cNvSpPr txBox="1"/>
          <p:nvPr/>
        </p:nvSpPr>
        <p:spPr>
          <a:xfrm>
            <a:off x="9838730" y="501482"/>
            <a:ext cx="1849820" cy="1200329"/>
          </a:xfrm>
          <a:prstGeom prst="rect">
            <a:avLst/>
          </a:prstGeom>
          <a:noFill/>
        </p:spPr>
        <p:txBody>
          <a:bodyPr wrap="square" rtlCol="0">
            <a:spAutoFit/>
          </a:bodyPr>
          <a:lstStyle/>
          <a:p>
            <a:r>
              <a:rPr lang="en-US" dirty="0"/>
              <a:t>Numbers indicate the order the Player selected</a:t>
            </a:r>
          </a:p>
        </p:txBody>
      </p:sp>
    </p:spTree>
    <p:extLst>
      <p:ext uri="{BB962C8B-B14F-4D97-AF65-F5344CB8AC3E}">
        <p14:creationId xmlns:p14="http://schemas.microsoft.com/office/powerpoint/2010/main" val="4226616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C8F52-C783-1AA8-091B-6B717449A03A}"/>
              </a:ext>
            </a:extLst>
          </p:cNvPr>
          <p:cNvSpPr>
            <a:spLocks noGrp="1"/>
          </p:cNvSpPr>
          <p:nvPr>
            <p:ph type="title"/>
          </p:nvPr>
        </p:nvSpPr>
        <p:spPr/>
        <p:txBody>
          <a:bodyPr/>
          <a:lstStyle/>
          <a:p>
            <a:r>
              <a:rPr lang="en-US" dirty="0"/>
              <a:t>Tentative Schedule</a:t>
            </a:r>
          </a:p>
        </p:txBody>
      </p:sp>
      <p:sp>
        <p:nvSpPr>
          <p:cNvPr id="3" name="Content Placeholder 2">
            <a:extLst>
              <a:ext uri="{FF2B5EF4-FFF2-40B4-BE49-F238E27FC236}">
                <a16:creationId xmlns:a16="http://schemas.microsoft.com/office/drawing/2014/main" id="{8E332808-0DA1-0C50-A7D9-CFB9C33B2F6D}"/>
              </a:ext>
            </a:extLst>
          </p:cNvPr>
          <p:cNvSpPr>
            <a:spLocks noGrp="1"/>
          </p:cNvSpPr>
          <p:nvPr>
            <p:ph idx="1"/>
          </p:nvPr>
        </p:nvSpPr>
        <p:spPr/>
        <p:txBody>
          <a:bodyPr/>
          <a:lstStyle/>
          <a:p>
            <a:pPr marL="0" indent="0">
              <a:buNone/>
            </a:pPr>
            <a:r>
              <a:rPr lang="en-US" dirty="0"/>
              <a:t>Weeks 4-9: Continue Working On The Project</a:t>
            </a:r>
          </a:p>
          <a:p>
            <a:pPr marL="0" indent="0">
              <a:buNone/>
            </a:pPr>
            <a:r>
              <a:rPr lang="en-US" dirty="0"/>
              <a:t>Week 10: Update Slides (Full Draft)</a:t>
            </a:r>
          </a:p>
          <a:p>
            <a:pPr marL="0" indent="0">
              <a:buNone/>
            </a:pPr>
            <a:r>
              <a:rPr lang="en-US" dirty="0"/>
              <a:t>Weeks 11-13: Finish The Project (MVP)</a:t>
            </a:r>
          </a:p>
          <a:p>
            <a:pPr marL="0" indent="0">
              <a:buNone/>
            </a:pPr>
            <a:r>
              <a:rPr lang="en-US" dirty="0"/>
              <a:t>Weeks 14-15: Add More To The MVP</a:t>
            </a:r>
          </a:p>
          <a:p>
            <a:pPr marL="0" indent="0">
              <a:buNone/>
            </a:pPr>
            <a:r>
              <a:rPr lang="en-US" dirty="0"/>
              <a:t>Week 16:  Update Slides (Final Draft) &amp; Record Final Video</a:t>
            </a:r>
          </a:p>
        </p:txBody>
      </p:sp>
    </p:spTree>
    <p:extLst>
      <p:ext uri="{BB962C8B-B14F-4D97-AF65-F5344CB8AC3E}">
        <p14:creationId xmlns:p14="http://schemas.microsoft.com/office/powerpoint/2010/main" val="92741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27528-5A3E-1FE0-F0A8-6D26DAD68883}"/>
              </a:ext>
            </a:extLst>
          </p:cNvPr>
          <p:cNvSpPr>
            <a:spLocks noGrp="1"/>
          </p:cNvSpPr>
          <p:nvPr>
            <p:ph type="title"/>
          </p:nvPr>
        </p:nvSpPr>
        <p:spPr/>
        <p:txBody>
          <a:bodyPr/>
          <a:lstStyle/>
          <a:p>
            <a:r>
              <a:rPr lang="en-US" dirty="0"/>
              <a:t>One thing you are looking forward to and one thing you are dreading?</a:t>
            </a:r>
          </a:p>
        </p:txBody>
      </p:sp>
      <p:sp>
        <p:nvSpPr>
          <p:cNvPr id="3" name="Content Placeholder 2">
            <a:extLst>
              <a:ext uri="{FF2B5EF4-FFF2-40B4-BE49-F238E27FC236}">
                <a16:creationId xmlns:a16="http://schemas.microsoft.com/office/drawing/2014/main" id="{4D2F54D8-3C04-A4EC-38AC-820708C9BB8C}"/>
              </a:ext>
            </a:extLst>
          </p:cNvPr>
          <p:cNvSpPr>
            <a:spLocks noGrp="1"/>
          </p:cNvSpPr>
          <p:nvPr>
            <p:ph idx="1"/>
          </p:nvPr>
        </p:nvSpPr>
        <p:spPr/>
        <p:txBody>
          <a:bodyPr/>
          <a:lstStyle/>
          <a:p>
            <a:pPr marL="0" indent="0">
              <a:buNone/>
            </a:pPr>
            <a:r>
              <a:rPr lang="en-US" b="1" dirty="0">
                <a:solidFill>
                  <a:srgbClr val="00B050"/>
                </a:solidFill>
              </a:rPr>
              <a:t>Testing my skills and finding out how much I am worth in the Game Development field.</a:t>
            </a:r>
          </a:p>
          <a:p>
            <a:pPr marL="0" indent="0">
              <a:buNone/>
            </a:pPr>
            <a:endParaRPr lang="en-US" dirty="0"/>
          </a:p>
          <a:p>
            <a:pPr marL="0" indent="0">
              <a:buNone/>
            </a:pPr>
            <a:r>
              <a:rPr lang="en-US" b="1" dirty="0">
                <a:solidFill>
                  <a:srgbClr val="FF0000"/>
                </a:solidFill>
              </a:rPr>
              <a:t>The common clashes of scheduling from my other class and internship (that is unrelated to the project) might cause minor issues.</a:t>
            </a:r>
          </a:p>
        </p:txBody>
      </p:sp>
    </p:spTree>
    <p:extLst>
      <p:ext uri="{BB962C8B-B14F-4D97-AF65-F5344CB8AC3E}">
        <p14:creationId xmlns:p14="http://schemas.microsoft.com/office/powerpoint/2010/main" val="34926932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TotalTime>
  <Words>565</Words>
  <Application>Microsoft Office PowerPoint</Application>
  <PresentationFormat>Widescreen</PresentationFormat>
  <Paragraphs>49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Traffic Intersection Simulation/Simulator (TIS)</vt:lpstr>
      <vt:lpstr>Brief Introduction</vt:lpstr>
      <vt:lpstr>Tools Needed</vt:lpstr>
      <vt:lpstr>Examples of Uses</vt:lpstr>
      <vt:lpstr>Gameplay Flowchart</vt:lpstr>
      <vt:lpstr>Code Flowchart</vt:lpstr>
      <vt:lpstr>Sample Game Space</vt:lpstr>
      <vt:lpstr>Tentative Schedule</vt:lpstr>
      <vt:lpstr>One thing you are looking forward to and one thing you are dreading?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Paul Liu</dc:creator>
  <cp:lastModifiedBy>Paul Liu</cp:lastModifiedBy>
  <cp:revision>3</cp:revision>
  <dcterms:created xsi:type="dcterms:W3CDTF">2026-09-12T23:06:40Z</dcterms:created>
  <dcterms:modified xsi:type="dcterms:W3CDTF">2026-09-13T12:13:51Z</dcterms:modified>
</cp:coreProperties>
</file>